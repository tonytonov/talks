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732" r:id="rId1"/>
  </p:sldMasterIdLst>
  <p:notesMasterIdLst>
    <p:notesMasterId r:id="rId36"/>
  </p:notesMasterIdLst>
  <p:handoutMasterIdLst>
    <p:handoutMasterId r:id="rId37"/>
  </p:handoutMasterIdLst>
  <p:sldIdLst>
    <p:sldId id="408" r:id="rId2"/>
    <p:sldId id="256" r:id="rId3"/>
    <p:sldId id="421" r:id="rId4"/>
    <p:sldId id="420" r:id="rId5"/>
    <p:sldId id="428" r:id="rId6"/>
    <p:sldId id="422" r:id="rId7"/>
    <p:sldId id="426" r:id="rId8"/>
    <p:sldId id="424" r:id="rId9"/>
    <p:sldId id="448" r:id="rId10"/>
    <p:sldId id="411" r:id="rId11"/>
    <p:sldId id="441" r:id="rId12"/>
    <p:sldId id="442" r:id="rId13"/>
    <p:sldId id="425" r:id="rId14"/>
    <p:sldId id="423" r:id="rId15"/>
    <p:sldId id="443" r:id="rId16"/>
    <p:sldId id="427" r:id="rId17"/>
    <p:sldId id="444" r:id="rId18"/>
    <p:sldId id="445" r:id="rId19"/>
    <p:sldId id="446" r:id="rId20"/>
    <p:sldId id="430" r:id="rId21"/>
    <p:sldId id="431" r:id="rId22"/>
    <p:sldId id="451" r:id="rId23"/>
    <p:sldId id="453" r:id="rId24"/>
    <p:sldId id="409" r:id="rId25"/>
    <p:sldId id="437" r:id="rId26"/>
    <p:sldId id="416" r:id="rId27"/>
    <p:sldId id="432" r:id="rId28"/>
    <p:sldId id="433" r:id="rId29"/>
    <p:sldId id="434" r:id="rId30"/>
    <p:sldId id="435" r:id="rId31"/>
    <p:sldId id="419" r:id="rId32"/>
    <p:sldId id="436" r:id="rId33"/>
    <p:sldId id="449" r:id="rId34"/>
    <p:sldId id="415" r:id="rId35"/>
  </p:sldIdLst>
  <p:sldSz cx="12192000" cy="6858000"/>
  <p:notesSz cx="6858000" cy="9144000"/>
  <p:embeddedFontLst>
    <p:embeddedFont>
      <p:font typeface="Amazon Ember" panose="020B0604020202020204" charset="0"/>
      <p:regular r:id="rId38"/>
      <p:bold r:id="rId39"/>
      <p:italic r:id="rId40"/>
      <p:boldItalic r:id="rId41"/>
    </p:embeddedFont>
    <p:embeddedFont>
      <p:font typeface="Amazon Ember Display" panose="020B0604020202020204" charset="0"/>
      <p:regular r:id="rId42"/>
      <p:bold r:id="rId43"/>
      <p:italic r:id="rId44"/>
      <p:boldItalic r:id="rId45"/>
    </p:embeddedFont>
    <p:embeddedFont>
      <p:font typeface="Amazon Ember Mono" panose="020B0604020202020204" charset="0"/>
      <p:regular r:id="rId46"/>
      <p:bold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directions" id="{9E4ACA30-D387-48B9-B60B-FCAB7867C6F7}">
          <p14:sldIdLst>
            <p14:sldId id="408"/>
            <p14:sldId id="256"/>
            <p14:sldId id="421"/>
            <p14:sldId id="420"/>
            <p14:sldId id="428"/>
            <p14:sldId id="422"/>
            <p14:sldId id="426"/>
            <p14:sldId id="424"/>
            <p14:sldId id="448"/>
            <p14:sldId id="411"/>
            <p14:sldId id="441"/>
            <p14:sldId id="442"/>
            <p14:sldId id="425"/>
            <p14:sldId id="423"/>
            <p14:sldId id="443"/>
            <p14:sldId id="427"/>
            <p14:sldId id="444"/>
            <p14:sldId id="445"/>
            <p14:sldId id="446"/>
            <p14:sldId id="430"/>
            <p14:sldId id="431"/>
            <p14:sldId id="451"/>
            <p14:sldId id="453"/>
            <p14:sldId id="409"/>
            <p14:sldId id="437"/>
            <p14:sldId id="416"/>
            <p14:sldId id="432"/>
            <p14:sldId id="433"/>
            <p14:sldId id="434"/>
            <p14:sldId id="435"/>
            <p14:sldId id="419"/>
            <p14:sldId id="436"/>
            <p14:sldId id="449"/>
            <p14:sldId id="4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FF"/>
    <a:srgbClr val="FCFCFD"/>
    <a:srgbClr val="CCCC00"/>
    <a:srgbClr val="D9D9D9"/>
    <a:srgbClr val="997ADA"/>
    <a:srgbClr val="7551BD"/>
    <a:srgbClr val="8A6900"/>
    <a:srgbClr val="BEA7ED"/>
    <a:srgbClr val="1A0033"/>
    <a:srgbClr val="7F1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88489" autoAdjust="0"/>
  </p:normalViewPr>
  <p:slideViewPr>
    <p:cSldViewPr snapToGrid="0">
      <p:cViewPr varScale="1">
        <p:scale>
          <a:sx n="74" d="100"/>
          <a:sy n="74" d="100"/>
        </p:scale>
        <p:origin x="492" y="56"/>
      </p:cViewPr>
      <p:guideLst>
        <p:guide orient="horz" pos="129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0" d="100"/>
          <a:sy n="110" d="100"/>
        </p:scale>
        <p:origin x="333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699-48A4-878D-459270B6DB04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699-48A4-878D-459270B6DB04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699-48A4-878D-459270B6DB04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699-48A4-878D-459270B6DB04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699-48A4-878D-459270B6DB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0D2-46A6-B798-33B9A8436289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0D2-46A6-B798-33B9A8436289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0D2-46A6-B798-33B9A8436289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0D2-46A6-B798-33B9A8436289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0D2-46A6-B798-33B9A84362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CB-46A8-B655-CC8380BB90F1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CB-46A8-B655-CC8380BB90F1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DCB-46A8-B655-CC8380BB90F1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DCB-46A8-B655-CC8380BB90F1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DCB-46A8-B655-CC8380BB90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A1041-9B3C-439E-B0CD-6B58F9A3AC8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10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04F1D-D945-9FBB-3E21-20C4FE0B6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E8952-7AB2-D3EF-A03E-3B823D8B4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05B06-3777-238A-D2CB-5DD12E908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Consistent Bullet Point Structure for "Evolution of IT"</a:t>
            </a:r>
          </a:p>
          <a:p>
            <a:pPr latinLnBrk="0"/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Recommended Structure: [Category] - [Specific Technology/Platform]</a:t>
            </a:r>
          </a:p>
          <a:p>
            <a:pPr latinLnBrk="0"/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INTERNET ERA (1990-2000s)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Networking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TCP/IP protocol standardization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Web Foundation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World Wide Web (HTTP/HTML)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Browsers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Web browsers (Netscape, Internet Explorer)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Content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Static HTML pages and websites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Communication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Email systems and protocols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Commerce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Basic e-commerce platforms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Connectivity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Dial-up internet and ISPs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Infrastructure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Domain Name System (DNS)</a:t>
            </a:r>
          </a:p>
          <a:p>
            <a:pPr latinLnBrk="0"/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WEB ERA (2000-2010s)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Web Evolution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Web 2.0 and user-generated content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Social Platforms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Social media networks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Mobile Access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Mobile internet and WAP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Applications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Mobile applications and app stores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Content Management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CMS and blogging platforms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Entertainment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Online gaming and digital media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Services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Web-based services and APIs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Streaming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Video streaming platforms</a:t>
            </a:r>
          </a:p>
          <a:p>
            <a:pPr latinLnBrk="0"/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CLOUD ERA (2010-2020s)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Infrastructure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Cloud computing (IaaS, PaaS, SaaS)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Development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Software as a Service platforms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Mobile Computing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Mobile-first applications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Analytics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Big Data analytics and processing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Integration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API economy and microservices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Automation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Serverless computing and auto-scaling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DevOps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Infrastructure as Code and CI/CD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Architecture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Microservices and containerization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Containers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Docker and Kubernetes orchestration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Connectivity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Internet of Things (IoT) devices</a:t>
            </a:r>
          </a:p>
          <a:p>
            <a:pPr latinLnBrk="0"/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AI &amp; DATA ERA (2020-2025s)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Machine Learning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ML algorithms and frameworks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AI Models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Generative AI and large language models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Deep Learning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Neural networks and deep learning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Language Models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Large Language Models (LLMs)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Information Retrieval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RAG (Retrieval-Augmented Generation)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Operations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MLOps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 and model lifecycle management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Interfaces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Voice assistants and conversational AI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Automation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AutoML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 and automated model training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Data lakes and data warehouses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Vision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Computer vision and image recognition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Distributed Ledger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Blockchain and decentralized systems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Data Architecture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Data mesh and modern data stack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Computing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GPU acceleration and parallel processing</a:t>
            </a:r>
          </a:p>
          <a:p>
            <a:pPr latinLnBrk="0"/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AGENTIC AI ERA (2025-Present)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Autonomous Systems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Autonomous AI agents and decision-making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Multi-Agent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Multi-agent systems and coordination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Data Processing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Multi-modal data integration and analysis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AI Reasoning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Advanced reasoning chains and logic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Decision Making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Autonomous decision-making systems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Orchestration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LLM orchestration and workflow automation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Edge Computing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Edge AI and distributed intelligence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Platforms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AI orchestration and management platforms •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Advanced Computing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Quantum-AI hybrid systems and neuromorphic computing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9CFC7-8CC7-A7AB-0D64-77905FB9A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124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B119-6532-0A12-11A2-990F2D30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ADB20-975E-2B80-ADBC-A24974F65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D5EC0-0ABB-A5B0-8EED-5380D29A2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latinLnBrk="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Autonomous Systems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Autonomous AI agents and decision-making </a:t>
            </a:r>
          </a:p>
          <a:p>
            <a:pPr marL="171450" indent="-171450" latinLnBrk="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Multi-Agent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Multi-agent systems and coordination </a:t>
            </a:r>
          </a:p>
          <a:p>
            <a:pPr marL="171450" indent="-171450" latinLnBrk="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Data Processing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Multi-modal data integration and analysis </a:t>
            </a:r>
          </a:p>
          <a:p>
            <a:pPr marL="171450" indent="-171450" latinLnBrk="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AI Reasoning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Advanced reasoning chains and logic </a:t>
            </a:r>
          </a:p>
          <a:p>
            <a:pPr marL="171450" indent="-171450" latinLnBrk="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Decision Making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Autonomous decision-making systems</a:t>
            </a:r>
          </a:p>
          <a:p>
            <a:pPr marL="171450" indent="-171450" latinLnBrk="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Orchestration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LLM orchestration and workflow automation </a:t>
            </a:r>
          </a:p>
          <a:p>
            <a:pPr marL="171450" indent="-171450" latinLnBrk="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Edge Computing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Edge AI and distributed intelligence </a:t>
            </a:r>
          </a:p>
          <a:p>
            <a:pPr marL="171450" indent="-171450" latinLnBrk="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Platforms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AI orchestration and management platforms </a:t>
            </a:r>
          </a:p>
          <a:p>
            <a:pPr marL="171450" indent="-171450" latinLnBrk="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Advanced Computing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mazon Ember Display" panose="020F0603020204020204" pitchFamily="34" charset="0"/>
                <a:ea typeface="+mn-ea"/>
                <a:cs typeface="+mn-cs"/>
              </a:rPr>
              <a:t> - Quantum-AI hybrid systems and neuromorphic computing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A189E-E359-107A-8C41-D338BA66F7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583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D6BCA-CE26-4289-746E-6823E0D5C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19A06-CD9A-F53A-FC46-C55635696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E24FF-ACE2-0D2A-B378-242B6BF24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>
              <a:buFont typeface="Arial" panose="020B0604020202020204" pitchFamily="34" charset="0"/>
              <a:buChar char="•"/>
            </a:pPr>
            <a:r>
              <a:rPr lang="en-GB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AWS, we define AI agents as are autonomous software systems that leverage AI to reason, plan, and complete tasks on behalf of humans or systems – like compiling research, paying bills, planning a trip or managing enterprise applications.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buFont typeface="Arial" panose="020B0604020202020204" pitchFamily="34" charset="0"/>
              <a:buChar char="•"/>
            </a:pPr>
            <a:r>
              <a:rPr lang="en-GB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What makes agents powerful is their ability to think iteratively - to evaluate results, adjust their approach, and continue working toward a goal. They don't just answer questions; they solve problems through a process of exploration and refinement.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kern="1200" baseline="0" dirty="0">
              <a:solidFill>
                <a:schemeClr val="tx1"/>
              </a:solidFill>
              <a:effectLst/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pPr marL="171450" indent="-171450" latinLnBrk="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DFD5C-6163-B5FF-D6F8-41EE9E3CA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83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B55AF-615E-E9A1-ED75-7C316DF53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16379-F81F-A60A-1050-03B205A71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FDD78-DB72-1858-9CDF-D550DC97B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 navigation through complex real-world scenarios</a:t>
            </a:r>
          </a:p>
          <a:p>
            <a:pPr algn="l"/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Connectivity with the world via APIs and data</a:t>
            </a:r>
          </a:p>
          <a:p>
            <a:pPr algn="l"/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Ability to think iteratively (agent loop, autonomous operation)</a:t>
            </a:r>
          </a:p>
          <a:p>
            <a:pPr algn="l"/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</a:t>
            </a:r>
            <a:endParaRPr lang="en-US" sz="1200" b="1" dirty="0"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0"/>
              </a:gra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586A6-23D2-EB71-8621-0383A5158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719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9904-E38F-0B48-6DC0-F9D8C8C0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C7AE4-DE59-BF45-5F12-450EA69F2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098A1-98B7-E637-B15E-78DD6895D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latinLnBrk="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2CA8C-7CFB-B15A-0097-A97A927E1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887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D5AB-6271-3842-D6E7-A4DCBD5E1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8F5CE-63A5-A1E7-244D-FEFE11279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E83B5-D484-8F30-AA95-4B5B73CC9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latinLnBrk="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054C1-85D8-A1E7-41E2-F4900136A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73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34A1-2570-FB51-1E7F-E46D072B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0ADCA-3380-D557-4062-6A0116CD9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69879-569D-1D2B-9235-C8C6B7017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latinLnBrk="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6F990-B665-7B26-4E24-E06DB337A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332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Walk-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8FFB9C5-144F-4FA0-A453-1E92E80C8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7"/>
            <a:ext cx="12192000" cy="685774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B47AAD2-C3ED-D018-40AD-3D2B73D9E3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3239" y="2850246"/>
            <a:ext cx="9144000" cy="1865508"/>
          </a:xfrm>
        </p:spPr>
        <p:txBody>
          <a:bodyPr rIns="0" anchor="t"/>
          <a:lstStyle>
            <a:lvl1pPr algn="l">
              <a:defRPr sz="4400" baseline="0"/>
            </a:lvl1pPr>
          </a:lstStyle>
          <a:p>
            <a:r>
              <a:rPr lang="en-US" dirty="0"/>
              <a:t>Enter session title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69D91DA-5D38-A9F2-29CE-1DC3B9AA49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8499" y="5142791"/>
            <a:ext cx="9144000" cy="336356"/>
          </a:xfrm>
        </p:spPr>
        <p:txBody>
          <a:bodyPr/>
          <a:lstStyle>
            <a:lvl1pPr marL="0" indent="0">
              <a:buNone/>
              <a:defRPr sz="2000" b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 (and pronouns)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025E1E7-9849-A089-58B5-52D7FA3EC3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8499" y="1904739"/>
            <a:ext cx="9144000" cy="258532"/>
          </a:xfrm>
        </p:spPr>
        <p:txBody>
          <a:bodyPr/>
          <a:lstStyle>
            <a:lvl1pPr marL="0" indent="0">
              <a:buNone/>
              <a:defRPr sz="1200" b="1" cap="all" spc="300" baseline="0">
                <a:solidFill>
                  <a:srgbClr val="BEA7ED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Session ID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A78DAB3-FA55-B982-F3CC-CA1CAE48D7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499" y="5479146"/>
            <a:ext cx="9144000" cy="801688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1600"/>
            </a:lvl1pPr>
            <a:lvl2pPr marL="365760" indent="0">
              <a:buNone/>
              <a:defRPr sz="2400"/>
            </a:lvl2pPr>
            <a:lvl3pPr marL="777240" indent="0">
              <a:buNone/>
              <a:defRPr sz="2400"/>
            </a:lvl3pPr>
            <a:lvl4pPr marL="1051560" indent="0">
              <a:buNone/>
              <a:defRPr sz="2400"/>
            </a:lvl4pPr>
            <a:lvl5pPr marL="1051560" indent="0">
              <a:buNone/>
              <a:defRPr sz="2400"/>
            </a:lvl5pPr>
          </a:lstStyle>
          <a:p>
            <a:pPr lvl="0"/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752427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7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D01DB4-DB1E-09A3-F84D-F1D85281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F3D5-2436-9240-B6D0-2048A71FFF33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6D240-DCA4-CD8A-AD0E-1FF62E3A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6966F6-07AE-918A-6D74-845DA70FE7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3" y="0"/>
            <a:ext cx="12185234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431FDD-CEB9-4A8E-9B96-BA5CD83F2A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2501" y="6428661"/>
            <a:ext cx="388818" cy="21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20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593843-4CBC-A712-CB2B-B4F878BE3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6776E-568F-A5A4-981B-E30628F872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273828A-79F8-15CD-9D21-FB44B77FDB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3CAD519-9A88-CC6D-C64F-32781DE128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ECD1BDB-3933-70D1-D0B1-585F679690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49BD2DDE-9CEA-E55B-45AC-E81DC0520A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F4339BC-5512-257D-D251-96C726B392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E9AEE-EE0A-4511-286D-B7E92DB33387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9315F-6BED-09F1-C555-D62EBCC2C2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0E7CF6-AEC8-B8B6-2040-09A061248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2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0B1A274-34CE-9318-18E9-83796CAE51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8CD09BF-BE98-954E-8C83-FD00798ACA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AF119F6-59CF-C06E-9DEE-68747AC5B5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378773-656B-3414-4689-741C92BE3E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C5437D4-D83E-F7AB-7C05-4D16F6D78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D75C48-1113-B98D-B01C-9CF253E8BB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5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C5CAEF-E4CF-4B92-233A-7553242F64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0F04AFD-CEAF-D96A-9FBC-9500445458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187CBED-F3F8-A0AE-DBEA-EEEA1D2E7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5857500-2C8E-9211-5B61-DC83BC3450CB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7F887A3-28C2-6DE9-5807-21C410AB73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BFEBE6D-8293-FD48-7C86-4989B458EC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12FE6-3787-9446-924A-F202645A1CFC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ABE821-C29F-8323-0B26-4C07043DC762}"/>
              </a:ext>
            </a:extLst>
          </p:cNvPr>
          <p:cNvSpPr txBox="1"/>
          <p:nvPr userDrawn="1"/>
        </p:nvSpPr>
        <p:spPr>
          <a:xfrm>
            <a:off x="-135802" y="247159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0165371-E8F4-C898-9295-C3E433A3EF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45EB7E-B60E-0A55-8AB4-0421DDF33C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455" y="5759695"/>
            <a:ext cx="740228" cy="44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46A2E1-DADB-E7FA-8523-F125A4AEE4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28616-0D97-9CAF-203B-33E2A2B5C1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139FD2-9628-8192-7052-B005333F7B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455" y="5759695"/>
            <a:ext cx="740228" cy="44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9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F178C6C-A11A-B7DA-DE97-C5EF3DA24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11574D8-2193-6E96-F970-CA48F92046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67C28C-2194-7DE3-C4ED-8EF747692F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D3426E-C2E7-51F1-EBF9-5831816B57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455" y="5759695"/>
            <a:ext cx="740228" cy="44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361C3B-4A14-5F26-5768-6B75326001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54969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E4742-39F0-4C44-00E8-B91F451C1F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54969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380B-4C2C-4CFA-5735-2689C62E6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</p:spTree>
    <p:extLst>
      <p:ext uri="{BB962C8B-B14F-4D97-AF65-F5344CB8AC3E}">
        <p14:creationId xmlns:p14="http://schemas.microsoft.com/office/powerpoint/2010/main" val="19813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932EFD-B8A1-B84B-48C9-1BE2EB4AF0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54969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7451C-3F29-6F6D-F332-22252720A0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</p:spTree>
    <p:extLst>
      <p:ext uri="{BB962C8B-B14F-4D97-AF65-F5344CB8AC3E}">
        <p14:creationId xmlns:p14="http://schemas.microsoft.com/office/powerpoint/2010/main" val="331738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00D62F-E191-C046-B6EA-E79BE99AA24A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8A1DB3-21D8-7727-05ED-700D044617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DBE47E-DAA2-53AD-A19F-7E10713DCC3B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46523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5C98E-29D0-7549-A4E6-151AFAD54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237F78-6104-4004-2FA4-4DC0815B72C9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242795-04B8-8DCD-975B-E72373E3A3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D7D0A3-F064-9569-A6C6-9EFB587B0B1C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16590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341632"/>
          </a:xfr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1D3B374-854B-EF47-9B56-0018B9F83111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38B2222-37A4-5449-B1D9-9B13ADA59E84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76793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9026E32-37D5-A446-8A01-9B6BBEB5E690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1844608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68F78D1-9721-044C-B65C-A6FC97994CEC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276793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4422CFE-CB70-E144-AF43-F0FCE393742F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05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3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1844608"/>
          </a:xfrm>
        </p:spPr>
        <p:txBody>
          <a:bodyPr/>
          <a:lstStyle>
            <a:lvl1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4FC2D43-256D-6645-BCF9-A844B8D70195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17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24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03484E-63E1-C65B-B9E9-64BEBDE8D8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5334000" cy="9787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540935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8C0C526-AA41-9246-8D2F-123642CF358A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F72762-FFD8-44A0-D0C3-72BB36D53F8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bg1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5928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76996DA-5BE5-07A1-3E6B-5009A6B7A2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5334000" cy="9787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540935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8C0C526-AA41-9246-8D2F-123642CF358A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A259B-C4CE-849A-F79A-9E5DAF81688F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BD7AE4-AC04-819B-6BE0-5525488F82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3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1A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3A03B37-6F96-EEE5-6D3D-8FE6A854A4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6CBC29B-2875-A847-90DD-93F5B9D216F5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03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6CBC29B-2875-A847-90DD-93F5B9D216F5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47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D467C09E-9944-944E-A974-7D6AA4E02B83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418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134670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134670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134670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24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96E8718-D810-5D42-BBA7-DBDBA7B074E9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06045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3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7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5697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3A8789C-A0D1-A74F-A15D-501FE221905E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388408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19831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19831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C031CC3-E800-D94E-ACE2-59E99B1146F6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60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with subtitle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44B5C68-7AAF-714C-BA5C-79EE2A2BF521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55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19831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19831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69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1763FF7-5605-71F8-6697-EB254219C7B0}"/>
              </a:ext>
            </a:extLst>
          </p:cNvPr>
          <p:cNvSpPr/>
          <p:nvPr userDrawn="1"/>
        </p:nvSpPr>
        <p:spPr>
          <a:xfrm>
            <a:off x="512957" y="501806"/>
            <a:ext cx="11240428" cy="5708494"/>
          </a:xfrm>
          <a:prstGeom prst="roundRect">
            <a:avLst>
              <a:gd name="adj" fmla="val 1532"/>
            </a:avLst>
          </a:prstGeom>
          <a:solidFill>
            <a:srgbClr val="1D2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B32C00-084F-28C0-BB8F-C28174CF1C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0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57A2FB6-579C-8BDA-C03C-733FDD502C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</p:spTree>
    <p:extLst>
      <p:ext uri="{BB962C8B-B14F-4D97-AF65-F5344CB8AC3E}">
        <p14:creationId xmlns:p14="http://schemas.microsoft.com/office/powerpoint/2010/main" val="100382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464" userDrawn="1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5C7669-14A6-5D54-857D-1FADC64750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F35CF-0293-AD03-12BE-0AD2771A7530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0B9D2A-5256-0C86-DBF9-819E149FD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237FD4-93CF-BE6F-8A01-F39EF1E259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7" cy="338709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4CEA261-0749-39A4-C724-57029DDE91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</p:spTree>
    <p:extLst>
      <p:ext uri="{BB962C8B-B14F-4D97-AF65-F5344CB8AC3E}">
        <p14:creationId xmlns:p14="http://schemas.microsoft.com/office/powerpoint/2010/main" val="71720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F8D0445-6250-D8A7-DA99-8E3E6B193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A2AE2-2071-6FBA-C0DF-DC91D9C45E81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16E5BB-D7F1-57B7-F47C-38FAC1D8C9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BE8694-CEBE-FC6B-2826-A3C160A810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7" cy="33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7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B3E4E87-E0BD-16D9-98F9-BB7B231C4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4E9CC-3075-EE68-DD01-BF810D0A2E59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7AAD79-AAE6-EC0F-FBB1-3EC2FA0CE8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2BD0C7-FA87-6543-491D-C8D901F52B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0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DB773A-50B4-2838-9D40-23B240064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</p:spTree>
    <p:extLst>
      <p:ext uri="{BB962C8B-B14F-4D97-AF65-F5344CB8AC3E}">
        <p14:creationId xmlns:p14="http://schemas.microsoft.com/office/powerpoint/2010/main" val="159224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54A48E-55BF-C7C1-29F2-A6FC948011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8B1BE-F62C-9842-9FF0-A53695D0391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116990-AF13-5F3A-8ED1-EFBA643490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4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46E6-CE12-7F6E-8811-7DF794DE7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B369C-4812-6B2A-CCF0-6346B4600A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D5A327-DE22-15C5-BDAA-59E2DD0AB5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FE5FF-6177-0943-300C-32D19148D86C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5EC76-5973-D100-2A27-71BAEC1CC4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8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190308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Type or paste plain-text code here; or click icon to add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4000039-AC38-8C4D-BBF6-A4179217D919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74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190308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190308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A838F1F-E927-864D-8933-A87A9B46D340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19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750238"/>
          </a:xfrm>
          <a:prstGeom prst="rect">
            <a:avLst/>
          </a:prstGeom>
        </p:spPr>
        <p:txBody>
          <a:bodyPr/>
          <a:lstStyle>
            <a:lvl1pPr>
              <a:defRPr sz="2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5CD9E88-8D52-D44B-9301-05276D5B5248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28875"/>
            <a:ext cx="6867525" cy="95566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10540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  <a:prstGeom prst="rect">
            <a:avLst/>
          </a:prstGeom>
        </p:spPr>
        <p:txBody>
          <a:bodyPr anchor="ctr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270660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00911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64633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0300" y="1714501"/>
            <a:ext cx="5372100" cy="2232406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2561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</p:spTree>
    <p:extLst>
      <p:ext uri="{BB962C8B-B14F-4D97-AF65-F5344CB8AC3E}">
        <p14:creationId xmlns:p14="http://schemas.microsoft.com/office/powerpoint/2010/main" val="127915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9EFE0-8E44-C90C-B937-EC90601AF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91574-CEFD-26D9-588F-1C0FFBCDA2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8C7E34-CF30-2AED-4C9C-32CE310B5A51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2306B6-0447-DE92-96EA-90340D62C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4CEAE59-88AB-067D-8305-5D60E5C0CC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D4E7E8-6939-47DD-F50C-1BE8D7C7A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0E08B7E-513C-0B0B-9DC0-33A10068E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1EF1BFC-F8EA-31FF-2ECB-6FE6400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CF5D785-7779-B4A7-1593-D9E4005D41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C67EAE0-22D8-7774-6075-2E7C8D3579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073B14-3FCE-9EBE-8EF4-076D31F5D3A9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4E461-542C-9DF0-B91E-B36341643F32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BB739-DBCB-A674-9F3C-97310C1F9F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7816D4-9E22-E961-B267-8DCA00D5E0AD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3985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B132DE-7B4D-84B4-29EF-A28CEB195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18CA2-623A-29DB-A6D4-EB10D6D59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3E01366-E822-32FE-65C0-B3B4125945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E78FCF9-F25E-3767-EB4A-8D919FAD0C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A1C9D7C-4935-7A74-21C6-B88B45377B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0D6E1ED-92EF-4477-D94E-EDA210EF88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1AB78F-B9B6-3B94-6F03-015F0598F3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B0FD9D2-77A6-9253-CB15-84E1C403FB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79A02-C451-B664-9107-9D196F3382D7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6FB4C-1D1E-4119-B730-03DD2E265086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3418EE-3F95-4F71-83CC-C11186EB4B28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09943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35402" y="1718982"/>
            <a:ext cx="2146998" cy="4491317"/>
          </a:xfrm>
        </p:spPr>
        <p:txBody>
          <a:bodyPr vert="eaVert"/>
          <a:lstStyle>
            <a:lvl1pPr marL="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9144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3716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8288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DF6AC9B-6FB6-E64C-9786-C40DFE89F624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70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14399"/>
            <a:ext cx="2857500" cy="529590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25502" y="914399"/>
            <a:ext cx="2146998" cy="5295901"/>
          </a:xfrm>
        </p:spPr>
        <p:txBody>
          <a:bodyPr vert="eaVert"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1DD148F-2774-EA45-8C22-2C39149188FB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13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Three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4FF4FF4-E05F-4CB2-B3ED-A92CB8845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0" y="127"/>
            <a:ext cx="12192000" cy="68577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145E96-6390-4B32-98EC-4FC0B3DE52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2916" y="2400300"/>
            <a:ext cx="9144000" cy="1865508"/>
          </a:xfrm>
        </p:spPr>
        <p:txBody>
          <a:bodyPr rIns="0" anchor="t"/>
          <a:lstStyle>
            <a:lvl1pPr algn="l">
              <a:defRPr sz="4400" baseline="0"/>
            </a:lvl1pPr>
          </a:lstStyle>
          <a:p>
            <a:r>
              <a:rPr lang="en-US" dirty="0"/>
              <a:t>Enter session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895110F-1301-4F35-88E1-CA30832C9B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2916" y="5029200"/>
            <a:ext cx="3403601" cy="801688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1600"/>
            </a:lvl1pPr>
            <a:lvl2pPr marL="365760" indent="0">
              <a:buNone/>
              <a:defRPr sz="2400"/>
            </a:lvl2pPr>
            <a:lvl3pPr marL="777240" indent="0">
              <a:buNone/>
              <a:defRPr sz="2400"/>
            </a:lvl3pPr>
            <a:lvl4pPr marL="1051560" indent="0">
              <a:buNone/>
              <a:defRPr sz="2400"/>
            </a:lvl4pPr>
            <a:lvl5pPr marL="1051560" indent="0">
              <a:buNone/>
              <a:defRPr sz="2400"/>
            </a:lvl5pPr>
          </a:lstStyle>
          <a:p>
            <a:pPr lvl="0"/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28208-8E6A-4F48-AB75-B1723B3DEE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4541" y="4686300"/>
            <a:ext cx="3401568" cy="342900"/>
          </a:xfrm>
        </p:spPr>
        <p:txBody>
          <a:bodyPr/>
          <a:lstStyle>
            <a:lvl1pPr marL="0" indent="0">
              <a:buNone/>
              <a:defRPr sz="2000"/>
            </a:lvl1pPr>
            <a:lvl2pPr marL="365760" indent="0">
              <a:buNone/>
              <a:defRPr sz="2000"/>
            </a:lvl2pPr>
            <a:lvl3pPr marL="777240" indent="0">
              <a:buNone/>
              <a:defRPr sz="2000"/>
            </a:lvl3pPr>
            <a:lvl4pPr marL="1051560" indent="0">
              <a:buNone/>
              <a:defRPr sz="2000"/>
            </a:lvl4pPr>
            <a:lvl5pPr marL="1051560" indent="0">
              <a:buNone/>
              <a:defRPr sz="2000"/>
            </a:lvl5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8A6CC6-CFD6-4AE0-BFB3-DB4EE355B2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4541" y="5029200"/>
            <a:ext cx="3401568" cy="801688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1600"/>
            </a:lvl1pPr>
            <a:lvl2pPr marL="365760" indent="0">
              <a:buNone/>
              <a:defRPr sz="2000"/>
            </a:lvl2pPr>
            <a:lvl3pPr marL="777240" indent="0">
              <a:buNone/>
              <a:defRPr sz="2000"/>
            </a:lvl3pPr>
            <a:lvl4pPr marL="1051560" indent="0">
              <a:buNone/>
              <a:defRPr sz="2000"/>
            </a:lvl4pPr>
            <a:lvl5pPr marL="1051560" indent="0">
              <a:buNone/>
              <a:defRPr sz="2000"/>
            </a:lvl5pPr>
          </a:lstStyle>
          <a:p>
            <a:pPr lvl="0"/>
            <a:r>
              <a:rPr lang="en-US" dirty="0"/>
              <a:t>Job title 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C22D29-44FB-4743-8127-50AC5248D5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32725" y="4686300"/>
            <a:ext cx="3401568" cy="342900"/>
          </a:xfrm>
        </p:spPr>
        <p:txBody>
          <a:bodyPr/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EEED678-F023-4A95-BDA9-3891765008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32725" y="5029200"/>
            <a:ext cx="3402013" cy="801688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1600"/>
            </a:lvl1pPr>
            <a:lvl2pPr marL="365760" indent="0">
              <a:buNone/>
              <a:defRPr sz="2000"/>
            </a:lvl2pPr>
            <a:lvl3pPr marL="777240" indent="0">
              <a:buNone/>
              <a:defRPr sz="2000"/>
            </a:lvl3pPr>
            <a:lvl4pPr marL="1051560" indent="0">
              <a:buNone/>
              <a:defRPr sz="2000"/>
            </a:lvl4pPr>
            <a:lvl5pPr marL="1051560" indent="0">
              <a:buNone/>
              <a:defRPr sz="2000"/>
            </a:lvl5pPr>
          </a:lstStyle>
          <a:p>
            <a:pPr lvl="0"/>
            <a:r>
              <a:rPr lang="en-US" dirty="0"/>
              <a:t>Job title 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698135A-0031-43C8-B455-E454B8F0A0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2916" y="1990726"/>
            <a:ext cx="9144000" cy="255587"/>
          </a:xfrm>
        </p:spPr>
        <p:txBody>
          <a:bodyPr/>
          <a:lstStyle>
            <a:lvl1pPr marL="0" indent="0" algn="l">
              <a:buNone/>
              <a:defRPr sz="1200" b="1" cap="all" spc="300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Legal text placeholder (for copyeditor use only)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B7BC778F-01A3-4459-9342-87E578B908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916" y="4686300"/>
            <a:ext cx="3397250" cy="337545"/>
          </a:xfrm>
        </p:spPr>
        <p:txBody>
          <a:bodyPr/>
          <a:lstStyle>
            <a:lvl1pPr marL="0" indent="0">
              <a:buNone/>
              <a:defRPr sz="2000" b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1E36FF5-D98C-474D-A020-5A51BCCDBF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2916" y="1454793"/>
            <a:ext cx="9144000" cy="254717"/>
          </a:xfrm>
        </p:spPr>
        <p:txBody>
          <a:bodyPr/>
          <a:lstStyle>
            <a:lvl1pPr marL="0" indent="0">
              <a:buNone/>
              <a:defRPr sz="1200" b="1" cap="all" spc="300" baseline="0">
                <a:solidFill>
                  <a:schemeClr val="accent6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Session ID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20E113-EE5C-4878-8C0A-F14736AE77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2501" y="6428661"/>
            <a:ext cx="388818" cy="219592"/>
          </a:xfrm>
          <a:prstGeom prst="rect">
            <a:avLst/>
          </a:prstGeom>
        </p:spPr>
      </p:pic>
      <p:sp>
        <p:nvSpPr>
          <p:cNvPr id="22" name="TextBox 3">
            <a:extLst>
              <a:ext uri="{FF2B5EF4-FFF2-40B4-BE49-F238E27FC236}">
                <a16:creationId xmlns:a16="http://schemas.microsoft.com/office/drawing/2014/main" id="{BF1E45EF-1000-40FF-BD51-0CC3B06884EF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1101540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mazon Ember" panose="020B06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mazon Ember" panose="020B06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mazon Ember" panose="020B06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mazon Ember" panose="020B06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mazon Ember" panose="020B06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mazon Ember" panose="020B06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mazon Ember" panose="020B06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mazon Ember" panose="020B06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mazon Ember" panose="020B0603020204020204" pitchFamily="34" charset="0"/>
              </a:defRPr>
            </a:lvl9pPr>
          </a:lstStyle>
          <a:p>
            <a:pPr algn="l" defTabSz="109721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x-none" sz="7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8587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6="http://schemas.microsoft.com/office/drawing/2014/main" xmlns:a14="http://schemas.microsoft.com/office/drawing/2010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32">
          <p15:clr>
            <a:srgbClr val="FBAE40"/>
          </p15:clr>
        </p15:guide>
        <p15:guide id="2" orient="horz" pos="912">
          <p15:clr>
            <a:srgbClr val="FBAE40"/>
          </p15:clr>
        </p15:guide>
        <p15:guide id="3" orient="horz" pos="1248">
          <p15:clr>
            <a:srgbClr val="FBAE40"/>
          </p15:clr>
        </p15:guide>
        <p15:guide id="4" orient="horz" pos="2952">
          <p15:clr>
            <a:srgbClr val="FBAE40"/>
          </p15:clr>
        </p15:guide>
        <p15:guide id="5" orient="horz" pos="3168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BA0735A-F6CF-4B98-8532-D70ECE04B1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0" y="127"/>
            <a:ext cx="12192000" cy="68577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BF3270-8A43-4991-B514-4471645232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2501" y="6428661"/>
            <a:ext cx="388818" cy="219592"/>
          </a:xfrm>
          <a:prstGeom prst="rect">
            <a:avLst/>
          </a:prstGeom>
        </p:spPr>
      </p:pic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31EE5F0-84FB-189B-E214-184BE8EEA7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499"/>
            <a:ext cx="10888576" cy="422909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Content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DB08D3C-954A-5AEC-F502-E30BF237D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3817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2">
          <p15:clr>
            <a:srgbClr val="FBAE40"/>
          </p15:clr>
        </p15:guide>
        <p15:guide id="2" orient="horz" pos="912">
          <p15:clr>
            <a:srgbClr val="FBAE40"/>
          </p15:clr>
        </p15:guide>
        <p15:guide id="3" orient="horz" pos="1248">
          <p15:clr>
            <a:srgbClr val="FBAE40"/>
          </p15:clr>
        </p15:guide>
        <p15:guide id="4" orient="horz" pos="2952">
          <p15:clr>
            <a:srgbClr val="FBAE40"/>
          </p15:clr>
        </p15:guide>
        <p15:guide id="5" orient="horz" pos="316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74A381-7875-51BF-E8F6-ADD8CD0BFC47}"/>
              </a:ext>
            </a:extLst>
          </p:cNvPr>
          <p:cNvPicPr>
            <a:picLocks noChangeAspect="1"/>
          </p:cNvPicPr>
          <p:nvPr userDrawn="1"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B6ADCB0-6DD7-43B0-7350-0FCDAB681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1844608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6D05899-77E5-196B-EA14-086F9A5A5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3B1EF3D5-2436-9240-B6D0-2048A71FFF33}" type="datetime1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22683EA-DD71-1EA1-728E-AE69D57D6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EBCBEF-599C-1ADB-12ED-CECFECA74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3C312-F607-20F9-BC64-57A8B6A590DF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F537074-EC04-07B4-5B9A-060DF4EDD805}"/>
              </a:ext>
            </a:extLst>
          </p:cNvPr>
          <p:cNvSpPr txBox="1">
            <a:spLocks/>
          </p:cNvSpPr>
          <p:nvPr userDrawn="1"/>
        </p:nvSpPr>
        <p:spPr>
          <a:xfrm>
            <a:off x="8929200" y="62894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4B8DE2-A4E8-46E4-8BBF-D75455EFF32C}" type="slidenum">
              <a:rPr lang="en-US" b="0" i="0" smtClean="0">
                <a:latin typeface="Amazon Ember Display" panose="020F0603020204020204" pitchFamily="34" charset="0"/>
              </a:rPr>
              <a:pPr/>
              <a:t>‹#›</a:t>
            </a:fld>
            <a:endParaRPr lang="en-US" b="0" i="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33" r:id="rId3"/>
    <p:sldLayoutId id="2147483735" r:id="rId4"/>
    <p:sldLayoutId id="2147483734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  <p:sldLayoutId id="2147483753" r:id="rId23"/>
    <p:sldLayoutId id="2147483754" r:id="rId24"/>
    <p:sldLayoutId id="2147483755" r:id="rId25"/>
    <p:sldLayoutId id="2147483756" r:id="rId26"/>
    <p:sldLayoutId id="2147483757" r:id="rId27"/>
    <p:sldLayoutId id="2147483758" r:id="rId28"/>
    <p:sldLayoutId id="2147483759" r:id="rId29"/>
    <p:sldLayoutId id="2147483760" r:id="rId30"/>
    <p:sldLayoutId id="2147483761" r:id="rId31"/>
    <p:sldLayoutId id="2147483762" r:id="rId32"/>
    <p:sldLayoutId id="2147483764" r:id="rId33"/>
    <p:sldLayoutId id="2147483765" r:id="rId34"/>
    <p:sldLayoutId id="2147483766" r:id="rId35"/>
    <p:sldLayoutId id="2147483767" r:id="rId36"/>
    <p:sldLayoutId id="2147483768" r:id="rId37"/>
    <p:sldLayoutId id="2147483769" r:id="rId38"/>
    <p:sldLayoutId id="2147483770" r:id="rId39"/>
    <p:sldLayoutId id="2147483771" r:id="rId40"/>
    <p:sldLayoutId id="2147483772" r:id="rId41"/>
    <p:sldLayoutId id="2147483773" r:id="rId42"/>
    <p:sldLayoutId id="2147483774" r:id="rId43"/>
    <p:sldLayoutId id="2147483775" r:id="rId44"/>
    <p:sldLayoutId id="2147483776" r:id="rId45"/>
    <p:sldLayoutId id="2147483777" r:id="rId46"/>
    <p:sldLayoutId id="2147483778" r:id="rId47"/>
    <p:sldLayoutId id="2147483779" r:id="rId48"/>
    <p:sldLayoutId id="2147483780" r:id="rId49"/>
    <p:sldLayoutId id="2147483781" r:id="rId50"/>
    <p:sldLayoutId id="2147483782" r:id="rId51"/>
    <p:sldLayoutId id="2147483783" r:id="rId52"/>
    <p:sldLayoutId id="2147483784" r:id="rId53"/>
    <p:sldLayoutId id="2147483793" r:id="rId54"/>
    <p:sldLayoutId id="2147483794" r:id="rId5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svg"/><Relationship Id="rId7" Type="http://schemas.openxmlformats.org/officeDocument/2006/relationships/image" Target="../media/image51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9" Type="http://schemas.openxmlformats.org/officeDocument/2006/relationships/image" Target="../media/image5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sv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7" Type="http://schemas.openxmlformats.org/officeDocument/2006/relationships/image" Target="../media/image76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72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deepeval.com/" TargetMode="External"/><Relationship Id="rId2" Type="http://schemas.openxmlformats.org/officeDocument/2006/relationships/hyperlink" Target="https://www.langchain.com/langsmith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7" Type="http://schemas.openxmlformats.org/officeDocument/2006/relationships/image" Target="../media/image67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83.png"/><Relationship Id="rId5" Type="http://schemas.openxmlformats.org/officeDocument/2006/relationships/image" Target="../media/image82.svg"/><Relationship Id="rId4" Type="http://schemas.openxmlformats.org/officeDocument/2006/relationships/image" Target="../media/image8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xfeed.com/solutions/summerfox-market-intelligence-plus-ai/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svg"/><Relationship Id="rId4" Type="http://schemas.openxmlformats.org/officeDocument/2006/relationships/image" Target="../media/image8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sv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xfeed.com/solutions/dxfeed-grenadier/" TargetMode="External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jpeg"/><Relationship Id="rId3" Type="http://schemas.openxmlformats.org/officeDocument/2006/relationships/image" Target="../media/image94.svg"/><Relationship Id="rId7" Type="http://schemas.openxmlformats.org/officeDocument/2006/relationships/image" Target="../media/image96.jpe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5.xml"/><Relationship Id="rId6" Type="http://schemas.openxmlformats.org/officeDocument/2006/relationships/hyperlink" Target="mailto:ayustus@amazon.com" TargetMode="External"/><Relationship Id="rId5" Type="http://schemas.openxmlformats.org/officeDocument/2006/relationships/hyperlink" Target="mailto:antonov@dxfeed.com" TargetMode="External"/><Relationship Id="rId4" Type="http://schemas.openxmlformats.org/officeDocument/2006/relationships/image" Target="../media/image95.png"/><Relationship Id="rId9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585F6D-B1B8-43B0-AE11-CD6862EC4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591702"/>
            <a:ext cx="4362015" cy="11632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B95101-9E54-ED7A-1158-7583018A6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" y="577166"/>
            <a:ext cx="691890" cy="41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4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062F0BB-4B56-4AC7-9635-A2E5D9F365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Modern AI-infused applications for financial markets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04ABDDF-4DC1-4490-AAD9-573C2DB25B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916" y="5029200"/>
            <a:ext cx="3572809" cy="702244"/>
          </a:xfrm>
        </p:spPr>
        <p:txBody>
          <a:bodyPr/>
          <a:lstStyle/>
          <a:p>
            <a:r>
              <a:rPr lang="en-US" dirty="0"/>
              <a:t>Solutions Architect </a:t>
            </a:r>
          </a:p>
          <a:p>
            <a:r>
              <a:rPr lang="en-US" dirty="0"/>
              <a:t>Amazon Web Services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F0F781E-CD25-4C69-A32E-E39C0E7C96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4541" y="4686300"/>
            <a:ext cx="3401568" cy="774571"/>
          </a:xfrm>
        </p:spPr>
        <p:txBody>
          <a:bodyPr/>
          <a:lstStyle/>
          <a:p>
            <a:r>
              <a:rPr lang="en-US" dirty="0"/>
              <a:t>Anton Antonov (he/him)</a:t>
            </a:r>
          </a:p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A0B9EA3-5175-43A2-BE46-0197963D88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4540" y="5029200"/>
            <a:ext cx="3751833" cy="702244"/>
          </a:xfrm>
        </p:spPr>
        <p:txBody>
          <a:bodyPr/>
          <a:lstStyle/>
          <a:p>
            <a:r>
              <a:rPr lang="en-US" dirty="0"/>
              <a:t>Head of AI and Quantitative Research</a:t>
            </a:r>
          </a:p>
          <a:p>
            <a:r>
              <a:rPr lang="en-US" dirty="0" err="1"/>
              <a:t>dxFeed</a:t>
            </a:r>
            <a:r>
              <a:rPr lang="en-US" dirty="0"/>
              <a:t> Solutions DE GmbH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592D560-31EA-4043-A499-19F6B5C0D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2916" y="4686300"/>
            <a:ext cx="3397250" cy="369332"/>
          </a:xfrm>
        </p:spPr>
        <p:txBody>
          <a:bodyPr/>
          <a:lstStyle/>
          <a:p>
            <a:r>
              <a:rPr lang="en-US" dirty="0"/>
              <a:t>Arseni </a:t>
            </a:r>
            <a:r>
              <a:rPr lang="en-US" dirty="0" err="1"/>
              <a:t>Yustus</a:t>
            </a:r>
            <a:r>
              <a:rPr lang="en-US" dirty="0"/>
              <a:t> (he/him)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6D9BFDF-261A-460A-B791-68C7E152FE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2916" y="1454793"/>
            <a:ext cx="9144000" cy="258532"/>
          </a:xfrm>
        </p:spPr>
        <p:txBody>
          <a:bodyPr/>
          <a:lstStyle/>
          <a:p>
            <a:r>
              <a:rPr lang="en-US" dirty="0"/>
              <a:t>ISV203</a:t>
            </a:r>
          </a:p>
        </p:txBody>
      </p:sp>
    </p:spTree>
    <p:extLst>
      <p:ext uri="{BB962C8B-B14F-4D97-AF65-F5344CB8AC3E}">
        <p14:creationId xmlns:p14="http://schemas.microsoft.com/office/powerpoint/2010/main" val="169711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B2E40-9E11-55E8-8587-E8BCBD39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F0EB6B9-0BBC-75D4-D17B-FEFE22824E49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b="1" dirty="0"/>
              <a:t>IT Evolution</a:t>
            </a:r>
            <a:endParaRPr lang="en-US" sz="40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3BD5106-5DB5-6C6D-F4A4-D2B8584AB063}"/>
              </a:ext>
            </a:extLst>
          </p:cNvPr>
          <p:cNvSpPr/>
          <p:nvPr/>
        </p:nvSpPr>
        <p:spPr>
          <a:xfrm>
            <a:off x="525376" y="1766417"/>
            <a:ext cx="11366414" cy="1022598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9B2FB064-62C3-9147-80E0-D5F49A77688B}"/>
              </a:ext>
            </a:extLst>
          </p:cNvPr>
          <p:cNvSpPr/>
          <p:nvPr/>
        </p:nvSpPr>
        <p:spPr>
          <a:xfrm>
            <a:off x="613808" y="1996466"/>
            <a:ext cx="2606911" cy="590930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Internet Era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26A536-4D41-11CE-DCFE-7125E3415AF8}"/>
              </a:ext>
            </a:extLst>
          </p:cNvPr>
          <p:cNvSpPr txBox="1"/>
          <p:nvPr/>
        </p:nvSpPr>
        <p:spPr>
          <a:xfrm>
            <a:off x="1009520" y="2527236"/>
            <a:ext cx="2097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1990-2000s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14B170-014D-6B59-B205-30485236E6C3}"/>
              </a:ext>
            </a:extLst>
          </p:cNvPr>
          <p:cNvSpPr txBox="1"/>
          <p:nvPr/>
        </p:nvSpPr>
        <p:spPr>
          <a:xfrm>
            <a:off x="525376" y="2990633"/>
            <a:ext cx="27575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World Wide Web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TCP/IP protocol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Web browsers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Static HTML pages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Email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Basic e-commerce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Dial-up internet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Domain Name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1D11C9B4-9AB3-D246-5366-7E04BD362418}"/>
              </a:ext>
            </a:extLst>
          </p:cNvPr>
          <p:cNvSpPr/>
          <p:nvPr/>
        </p:nvSpPr>
        <p:spPr>
          <a:xfrm>
            <a:off x="3237844" y="2008446"/>
            <a:ext cx="2606911" cy="590930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5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5">
                  <a:lumMod val="40000"/>
                  <a:lumOff val="60000"/>
                  <a:shade val="100000"/>
                  <a:satMod val="115000"/>
                </a:schemeClr>
              </a:gs>
            </a:gsLst>
            <a:lin ang="10800000" scaled="1"/>
            <a:tileRect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Web Era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648695-D6E7-0CF3-5583-39743A07AA71}"/>
              </a:ext>
            </a:extLst>
          </p:cNvPr>
          <p:cNvSpPr txBox="1"/>
          <p:nvPr/>
        </p:nvSpPr>
        <p:spPr>
          <a:xfrm>
            <a:off x="3633556" y="2539216"/>
            <a:ext cx="161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2000-2010s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64E699-7725-7F8E-D4CC-7ADA664F877B}"/>
              </a:ext>
            </a:extLst>
          </p:cNvPr>
          <p:cNvSpPr txBox="1"/>
          <p:nvPr/>
        </p:nvSpPr>
        <p:spPr>
          <a:xfrm>
            <a:off x="3164418" y="2970070"/>
            <a:ext cx="25605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Web 2.0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Generated content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Social medias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Mobile internet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Mobile applications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CMS and blogging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Online gaming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Web-based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Video streaming </a:t>
            </a: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DECACDA5-A4CD-D0EC-414A-0EFFDE4CF33E}"/>
              </a:ext>
            </a:extLst>
          </p:cNvPr>
          <p:cNvSpPr/>
          <p:nvPr/>
        </p:nvSpPr>
        <p:spPr>
          <a:xfrm>
            <a:off x="5844234" y="2008446"/>
            <a:ext cx="2606911" cy="590930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Cloud Era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7311CE-C58F-5A20-4759-F2AF88672A3B}"/>
              </a:ext>
            </a:extLst>
          </p:cNvPr>
          <p:cNvSpPr txBox="1"/>
          <p:nvPr/>
        </p:nvSpPr>
        <p:spPr>
          <a:xfrm>
            <a:off x="6239946" y="2539216"/>
            <a:ext cx="161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2010-2020s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26F9E7-4D04-F905-97E4-15A46AB22AF1}"/>
              </a:ext>
            </a:extLst>
          </p:cNvPr>
          <p:cNvSpPr txBox="1"/>
          <p:nvPr/>
        </p:nvSpPr>
        <p:spPr>
          <a:xfrm>
            <a:off x="5770809" y="2920528"/>
            <a:ext cx="277177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Cloud computing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Software as a Service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Mobile Computing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Big Data 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API economy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Serverless computing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Infrastructure as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Microservices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Containers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Internet of Things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8FC2F6D-08E7-8D4B-4807-1DE48BF11C6B}"/>
              </a:ext>
            </a:extLst>
          </p:cNvPr>
          <p:cNvSpPr/>
          <p:nvPr/>
        </p:nvSpPr>
        <p:spPr>
          <a:xfrm>
            <a:off x="8451145" y="1996466"/>
            <a:ext cx="2606911" cy="590930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accent3">
                <a:shade val="1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AI &amp; Data Era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D49839-AC41-AA09-1D93-01E4741DB03D}"/>
              </a:ext>
            </a:extLst>
          </p:cNvPr>
          <p:cNvSpPr txBox="1"/>
          <p:nvPr/>
        </p:nvSpPr>
        <p:spPr>
          <a:xfrm>
            <a:off x="8846857" y="2527236"/>
            <a:ext cx="161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2020-2025s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536BBA-978F-C7EE-0859-DC41A0B86563}"/>
              </a:ext>
            </a:extLst>
          </p:cNvPr>
          <p:cNvSpPr txBox="1"/>
          <p:nvPr/>
        </p:nvSpPr>
        <p:spPr>
          <a:xfrm>
            <a:off x="8377720" y="2908548"/>
            <a:ext cx="36618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Machine Learning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Generative 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Large Language Models (LLMs)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Deep learning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Retrieval-Augmented Generation (RAG)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Voice assistants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err="1"/>
              <a:t>AutoML</a:t>
            </a:r>
            <a:r>
              <a:rPr lang="en-US" sz="16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Data Lakes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Computer vision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Image recognition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Blockchain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Data mesh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GPU acceleration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1597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6" grpId="0" animBg="1"/>
      <p:bldP spid="17" grpId="0"/>
      <p:bldP spid="18" grpId="0"/>
      <p:bldP spid="19" grpId="0" animBg="1"/>
      <p:bldP spid="20" grpId="0"/>
      <p:bldP spid="21" grpId="0"/>
      <p:bldP spid="25" grpId="0" animBg="1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29C96-4D80-B675-D76F-6134C0A84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31B0C02A-1260-A996-4664-B0389FD1D4E0}"/>
              </a:ext>
            </a:extLst>
          </p:cNvPr>
          <p:cNvSpPr/>
          <p:nvPr/>
        </p:nvSpPr>
        <p:spPr>
          <a:xfrm>
            <a:off x="525376" y="1766417"/>
            <a:ext cx="11366414" cy="1022598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ECC94474-0AD5-21CE-4B2E-32B55F091811}"/>
              </a:ext>
            </a:extLst>
          </p:cNvPr>
          <p:cNvSpPr/>
          <p:nvPr/>
        </p:nvSpPr>
        <p:spPr>
          <a:xfrm>
            <a:off x="619400" y="1981354"/>
            <a:ext cx="1630693" cy="590930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lin ang="10800000" scaled="1"/>
            <a:tileRect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Internet Era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B99C37-E858-19AC-7C77-66CAB42DF068}"/>
              </a:ext>
            </a:extLst>
          </p:cNvPr>
          <p:cNvSpPr txBox="1"/>
          <p:nvPr/>
        </p:nvSpPr>
        <p:spPr>
          <a:xfrm>
            <a:off x="660327" y="2512124"/>
            <a:ext cx="1527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1990-2000s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75095DB0-9D3F-FEE1-9398-543379DFB72A}"/>
              </a:ext>
            </a:extLst>
          </p:cNvPr>
          <p:cNvSpPr/>
          <p:nvPr/>
        </p:nvSpPr>
        <p:spPr>
          <a:xfrm>
            <a:off x="2195531" y="1973784"/>
            <a:ext cx="1630693" cy="590930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5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5">
                  <a:lumMod val="40000"/>
                  <a:lumOff val="60000"/>
                  <a:shade val="100000"/>
                  <a:satMod val="115000"/>
                </a:schemeClr>
              </a:gs>
            </a:gsLst>
            <a:lin ang="10800000" scaled="1"/>
            <a:tileRect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Web Era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17267E-E9AF-8ABA-5268-9632E4BBCA83}"/>
              </a:ext>
            </a:extLst>
          </p:cNvPr>
          <p:cNvSpPr txBox="1"/>
          <p:nvPr/>
        </p:nvSpPr>
        <p:spPr>
          <a:xfrm>
            <a:off x="2229104" y="2504554"/>
            <a:ext cx="1514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2000-2010s</a:t>
            </a:r>
          </a:p>
          <a:p>
            <a:endParaRPr lang="en-US" sz="1600" dirty="0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D3295F5D-FA35-9F38-DD59-881C8171BE21}"/>
              </a:ext>
            </a:extLst>
          </p:cNvPr>
          <p:cNvSpPr/>
          <p:nvPr/>
        </p:nvSpPr>
        <p:spPr>
          <a:xfrm>
            <a:off x="3785297" y="1981354"/>
            <a:ext cx="1630693" cy="590930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Cloud Era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563CBD-4776-91AC-E7CB-60F2C959709B}"/>
              </a:ext>
            </a:extLst>
          </p:cNvPr>
          <p:cNvSpPr txBox="1"/>
          <p:nvPr/>
        </p:nvSpPr>
        <p:spPr>
          <a:xfrm>
            <a:off x="3777408" y="2512124"/>
            <a:ext cx="15630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2010-2020s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99E8764-367E-A1CB-D168-ADA845C5CA0E}"/>
              </a:ext>
            </a:extLst>
          </p:cNvPr>
          <p:cNvSpPr/>
          <p:nvPr/>
        </p:nvSpPr>
        <p:spPr>
          <a:xfrm>
            <a:off x="5381882" y="1996466"/>
            <a:ext cx="1630693" cy="590930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AI&amp;Data Era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1794B3-C4BC-D3E8-7BC8-58BE0E61C971}"/>
              </a:ext>
            </a:extLst>
          </p:cNvPr>
          <p:cNvSpPr txBox="1"/>
          <p:nvPr/>
        </p:nvSpPr>
        <p:spPr>
          <a:xfrm>
            <a:off x="5402355" y="2527236"/>
            <a:ext cx="1548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2020-2025s</a:t>
            </a:r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E572A7BE-99C0-29ED-1150-199B307107B8}"/>
              </a:ext>
            </a:extLst>
          </p:cNvPr>
          <p:cNvSpPr/>
          <p:nvPr/>
        </p:nvSpPr>
        <p:spPr>
          <a:xfrm>
            <a:off x="7013109" y="1996466"/>
            <a:ext cx="4178765" cy="590930"/>
          </a:xfrm>
          <a:prstGeom prst="parallelogram">
            <a:avLst/>
          </a:prstGeom>
          <a:solidFill>
            <a:schemeClr val="accent5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Agentic AI Era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4B4A44-ADB1-DBC2-3CFA-E0C47C915487}"/>
              </a:ext>
            </a:extLst>
          </p:cNvPr>
          <p:cNvSpPr txBox="1"/>
          <p:nvPr/>
        </p:nvSpPr>
        <p:spPr>
          <a:xfrm>
            <a:off x="7012575" y="2527236"/>
            <a:ext cx="4178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2025-Present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1FC0C7-EB89-DBFC-38B7-68C2BEFEA62F}"/>
              </a:ext>
            </a:extLst>
          </p:cNvPr>
          <p:cNvSpPr txBox="1"/>
          <p:nvPr/>
        </p:nvSpPr>
        <p:spPr>
          <a:xfrm>
            <a:off x="7147191" y="2908548"/>
            <a:ext cx="59115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• Autonomous Systems</a:t>
            </a:r>
          </a:p>
          <a:p>
            <a:r>
              <a:rPr lang="en-US" sz="1600" dirty="0"/>
              <a:t>• Multi-agent systems and coordination </a:t>
            </a:r>
          </a:p>
          <a:p>
            <a:r>
              <a:rPr lang="en-US" sz="1600" dirty="0"/>
              <a:t>• Multi-modal data integration and analysis </a:t>
            </a:r>
          </a:p>
          <a:p>
            <a:r>
              <a:rPr lang="en-US" sz="1600" dirty="0"/>
              <a:t>• Advanced reasoning chains and logic </a:t>
            </a:r>
          </a:p>
          <a:p>
            <a:r>
              <a:rPr lang="en-US" sz="1600" dirty="0"/>
              <a:t>• Autonomous decision-making systems </a:t>
            </a:r>
          </a:p>
          <a:p>
            <a:r>
              <a:rPr lang="en-US" sz="1600" dirty="0"/>
              <a:t>• LLM orchestration and workflow automation </a:t>
            </a:r>
          </a:p>
          <a:p>
            <a:r>
              <a:rPr lang="en-US" sz="1600" dirty="0"/>
              <a:t>• Edge Computing </a:t>
            </a:r>
          </a:p>
          <a:p>
            <a:r>
              <a:rPr lang="en-US" sz="1600" dirty="0"/>
              <a:t>• AI orchestration and management platforms </a:t>
            </a:r>
          </a:p>
          <a:p>
            <a:r>
              <a:rPr lang="en-US" sz="1600" dirty="0"/>
              <a:t>• Quantum-AI hybrid systems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99006569-DF0E-BD1B-7EE0-C47503546DE1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b="1" dirty="0"/>
              <a:t>IT Evolution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8476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F93B8-1281-7CD2-D697-3DDB3A58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C99285-8DFF-2D0E-DD8D-9A462F19AEFC}"/>
              </a:ext>
            </a:extLst>
          </p:cNvPr>
          <p:cNvSpPr txBox="1"/>
          <p:nvPr/>
        </p:nvSpPr>
        <p:spPr>
          <a:xfrm>
            <a:off x="1829997" y="3651647"/>
            <a:ext cx="8532000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Autonomous software systems that leverage AI to reason, plan, and complete tasks on behalf of humans or systems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EDCE3-4DB0-6217-C177-E3E24EF25E61}"/>
              </a:ext>
            </a:extLst>
          </p:cNvPr>
          <p:cNvSpPr txBox="1"/>
          <p:nvPr/>
        </p:nvSpPr>
        <p:spPr>
          <a:xfrm>
            <a:off x="3515964" y="2679083"/>
            <a:ext cx="5160067" cy="701731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ctr" defTabSz="1625620" rtl="0" eaLnBrk="1" fontAlgn="auto" latinLnBrk="0" hangingPunct="1">
              <a:lnSpc>
                <a:spcPct val="90000"/>
              </a:lnSpc>
              <a:spcBef>
                <a:spcPts val="177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5000">
                      <a:srgbClr val="0EEDAF">
                        <a:lumMod val="75000"/>
                      </a:srgbClr>
                    </a:gs>
                    <a:gs pos="70000">
                      <a:schemeClr val="accent1">
                        <a:lumMod val="75000"/>
                      </a:schemeClr>
                    </a:gs>
                  </a:gsLst>
                  <a:path path="circle">
                    <a:fillToRect t="100000" r="100000"/>
                  </a:path>
                </a:gra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What are AI Agents?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52D66760-77D7-AAA8-0F14-B053F152B750}"/>
              </a:ext>
            </a:extLst>
          </p:cNvPr>
          <p:cNvSpPr/>
          <p:nvPr/>
        </p:nvSpPr>
        <p:spPr>
          <a:xfrm>
            <a:off x="5454480" y="1686675"/>
            <a:ext cx="1283053" cy="739211"/>
          </a:xfrm>
          <a:custGeom>
            <a:avLst/>
            <a:gdLst>
              <a:gd name="connsiteX0" fmla="*/ 1262587 w 1283053"/>
              <a:gd name="connsiteY0" fmla="*/ 179894 h 739211"/>
              <a:gd name="connsiteX1" fmla="*/ 1162280 w 1283053"/>
              <a:gd name="connsiteY1" fmla="*/ 179894 h 739211"/>
              <a:gd name="connsiteX2" fmla="*/ 1162280 w 1283053"/>
              <a:gd name="connsiteY2" fmla="*/ 41122 h 739211"/>
              <a:gd name="connsiteX3" fmla="*/ 1121154 w 1283053"/>
              <a:gd name="connsiteY3" fmla="*/ 0 h 739211"/>
              <a:gd name="connsiteX4" fmla="*/ 157691 w 1283053"/>
              <a:gd name="connsiteY4" fmla="*/ 0 h 739211"/>
              <a:gd name="connsiteX5" fmla="*/ 116564 w 1283053"/>
              <a:gd name="connsiteY5" fmla="*/ 41122 h 739211"/>
              <a:gd name="connsiteX6" fmla="*/ 116564 w 1283053"/>
              <a:gd name="connsiteY6" fmla="*/ 179875 h 739211"/>
              <a:gd name="connsiteX7" fmla="*/ 20467 w 1283053"/>
              <a:gd name="connsiteY7" fmla="*/ 179875 h 739211"/>
              <a:gd name="connsiteX8" fmla="*/ 0 w 1283053"/>
              <a:gd name="connsiteY8" fmla="*/ 200340 h 739211"/>
              <a:gd name="connsiteX9" fmla="*/ 0 w 1283053"/>
              <a:gd name="connsiteY9" fmla="*/ 538698 h 739211"/>
              <a:gd name="connsiteX10" fmla="*/ 20467 w 1283053"/>
              <a:gd name="connsiteY10" fmla="*/ 559163 h 739211"/>
              <a:gd name="connsiteX11" fmla="*/ 116545 w 1283053"/>
              <a:gd name="connsiteY11" fmla="*/ 559163 h 739211"/>
              <a:gd name="connsiteX12" fmla="*/ 116545 w 1283053"/>
              <a:gd name="connsiteY12" fmla="*/ 698090 h 739211"/>
              <a:gd name="connsiteX13" fmla="*/ 157671 w 1283053"/>
              <a:gd name="connsiteY13" fmla="*/ 739212 h 739211"/>
              <a:gd name="connsiteX14" fmla="*/ 1121154 w 1283053"/>
              <a:gd name="connsiteY14" fmla="*/ 739212 h 739211"/>
              <a:gd name="connsiteX15" fmla="*/ 1162280 w 1283053"/>
              <a:gd name="connsiteY15" fmla="*/ 698090 h 739211"/>
              <a:gd name="connsiteX16" fmla="*/ 1162280 w 1283053"/>
              <a:gd name="connsiteY16" fmla="*/ 559163 h 739211"/>
              <a:gd name="connsiteX17" fmla="*/ 1262587 w 1283053"/>
              <a:gd name="connsiteY17" fmla="*/ 559163 h 739211"/>
              <a:gd name="connsiteX18" fmla="*/ 1283053 w 1283053"/>
              <a:gd name="connsiteY18" fmla="*/ 538698 h 739211"/>
              <a:gd name="connsiteX19" fmla="*/ 1283053 w 1283053"/>
              <a:gd name="connsiteY19" fmla="*/ 200340 h 739211"/>
              <a:gd name="connsiteX20" fmla="*/ 1262587 w 1283053"/>
              <a:gd name="connsiteY20" fmla="*/ 179875 h 739211"/>
              <a:gd name="connsiteX21" fmla="*/ 116545 w 1283053"/>
              <a:gd name="connsiteY21" fmla="*/ 538949 h 739211"/>
              <a:gd name="connsiteX22" fmla="*/ 20467 w 1283053"/>
              <a:gd name="connsiteY22" fmla="*/ 538949 h 739211"/>
              <a:gd name="connsiteX23" fmla="*/ 20216 w 1283053"/>
              <a:gd name="connsiteY23" fmla="*/ 538698 h 739211"/>
              <a:gd name="connsiteX24" fmla="*/ 20216 w 1283053"/>
              <a:gd name="connsiteY24" fmla="*/ 200340 h 739211"/>
              <a:gd name="connsiteX25" fmla="*/ 20467 w 1283053"/>
              <a:gd name="connsiteY25" fmla="*/ 200089 h 739211"/>
              <a:gd name="connsiteX26" fmla="*/ 116545 w 1283053"/>
              <a:gd name="connsiteY26" fmla="*/ 200089 h 739211"/>
              <a:gd name="connsiteX27" fmla="*/ 116545 w 1283053"/>
              <a:gd name="connsiteY27" fmla="*/ 538930 h 739211"/>
              <a:gd name="connsiteX28" fmla="*/ 1136793 w 1283053"/>
              <a:gd name="connsiteY28" fmla="*/ 698090 h 739211"/>
              <a:gd name="connsiteX29" fmla="*/ 1132217 w 1283053"/>
              <a:gd name="connsiteY29" fmla="*/ 709152 h 739211"/>
              <a:gd name="connsiteX30" fmla="*/ 1121154 w 1283053"/>
              <a:gd name="connsiteY30" fmla="*/ 713728 h 739211"/>
              <a:gd name="connsiteX31" fmla="*/ 157691 w 1283053"/>
              <a:gd name="connsiteY31" fmla="*/ 713728 h 739211"/>
              <a:gd name="connsiteX32" fmla="*/ 146627 w 1283053"/>
              <a:gd name="connsiteY32" fmla="*/ 709152 h 739211"/>
              <a:gd name="connsiteX33" fmla="*/ 142051 w 1283053"/>
              <a:gd name="connsiteY33" fmla="*/ 698090 h 739211"/>
              <a:gd name="connsiteX34" fmla="*/ 142051 w 1283053"/>
              <a:gd name="connsiteY34" fmla="*/ 41122 h 739211"/>
              <a:gd name="connsiteX35" fmla="*/ 146627 w 1283053"/>
              <a:gd name="connsiteY35" fmla="*/ 30060 h 739211"/>
              <a:gd name="connsiteX36" fmla="*/ 157691 w 1283053"/>
              <a:gd name="connsiteY36" fmla="*/ 25484 h 739211"/>
              <a:gd name="connsiteX37" fmla="*/ 1121173 w 1283053"/>
              <a:gd name="connsiteY37" fmla="*/ 25484 h 739211"/>
              <a:gd name="connsiteX38" fmla="*/ 1132237 w 1283053"/>
              <a:gd name="connsiteY38" fmla="*/ 30060 h 739211"/>
              <a:gd name="connsiteX39" fmla="*/ 1136813 w 1283053"/>
              <a:gd name="connsiteY39" fmla="*/ 41122 h 739211"/>
              <a:gd name="connsiteX40" fmla="*/ 1136813 w 1283053"/>
              <a:gd name="connsiteY40" fmla="*/ 698090 h 739211"/>
              <a:gd name="connsiteX41" fmla="*/ 1262838 w 1283053"/>
              <a:gd name="connsiteY41" fmla="*/ 538698 h 739211"/>
              <a:gd name="connsiteX42" fmla="*/ 1262587 w 1283053"/>
              <a:gd name="connsiteY42" fmla="*/ 538949 h 739211"/>
              <a:gd name="connsiteX43" fmla="*/ 1162280 w 1283053"/>
              <a:gd name="connsiteY43" fmla="*/ 538949 h 739211"/>
              <a:gd name="connsiteX44" fmla="*/ 1162280 w 1283053"/>
              <a:gd name="connsiteY44" fmla="*/ 200108 h 739211"/>
              <a:gd name="connsiteX45" fmla="*/ 1262587 w 1283053"/>
              <a:gd name="connsiteY45" fmla="*/ 200108 h 739211"/>
              <a:gd name="connsiteX46" fmla="*/ 1262838 w 1283053"/>
              <a:gd name="connsiteY46" fmla="*/ 200359 h 739211"/>
              <a:gd name="connsiteX47" fmla="*/ 1262838 w 1283053"/>
              <a:gd name="connsiteY47" fmla="*/ 538718 h 739211"/>
              <a:gd name="connsiteX48" fmla="*/ 468245 w 1283053"/>
              <a:gd name="connsiteY48" fmla="*/ 243238 h 739211"/>
              <a:gd name="connsiteX49" fmla="*/ 503868 w 1283053"/>
              <a:gd name="connsiteY49" fmla="*/ 257988 h 739211"/>
              <a:gd name="connsiteX50" fmla="*/ 518620 w 1283053"/>
              <a:gd name="connsiteY50" fmla="*/ 293607 h 739211"/>
              <a:gd name="connsiteX51" fmla="*/ 503868 w 1283053"/>
              <a:gd name="connsiteY51" fmla="*/ 329227 h 739211"/>
              <a:gd name="connsiteX52" fmla="*/ 468245 w 1283053"/>
              <a:gd name="connsiteY52" fmla="*/ 343977 h 739211"/>
              <a:gd name="connsiteX53" fmla="*/ 432621 w 1283053"/>
              <a:gd name="connsiteY53" fmla="*/ 329227 h 739211"/>
              <a:gd name="connsiteX54" fmla="*/ 417869 w 1283053"/>
              <a:gd name="connsiteY54" fmla="*/ 293607 h 739211"/>
              <a:gd name="connsiteX55" fmla="*/ 432621 w 1283053"/>
              <a:gd name="connsiteY55" fmla="*/ 257988 h 739211"/>
              <a:gd name="connsiteX56" fmla="*/ 468245 w 1283053"/>
              <a:gd name="connsiteY56" fmla="*/ 243238 h 739211"/>
              <a:gd name="connsiteX57" fmla="*/ 468245 w 1283053"/>
              <a:gd name="connsiteY57" fmla="*/ 218333 h 739211"/>
              <a:gd name="connsiteX58" fmla="*/ 392962 w 1283053"/>
              <a:gd name="connsiteY58" fmla="*/ 293607 h 739211"/>
              <a:gd name="connsiteX59" fmla="*/ 468245 w 1283053"/>
              <a:gd name="connsiteY59" fmla="*/ 368882 h 739211"/>
              <a:gd name="connsiteX60" fmla="*/ 543528 w 1283053"/>
              <a:gd name="connsiteY60" fmla="*/ 293607 h 739211"/>
              <a:gd name="connsiteX61" fmla="*/ 468245 w 1283053"/>
              <a:gd name="connsiteY61" fmla="*/ 218333 h 739211"/>
              <a:gd name="connsiteX62" fmla="*/ 468245 w 1283053"/>
              <a:gd name="connsiteY62" fmla="*/ 218333 h 739211"/>
              <a:gd name="connsiteX63" fmla="*/ 814809 w 1283053"/>
              <a:gd name="connsiteY63" fmla="*/ 243238 h 739211"/>
              <a:gd name="connsiteX64" fmla="*/ 850432 w 1283053"/>
              <a:gd name="connsiteY64" fmla="*/ 257988 h 739211"/>
              <a:gd name="connsiteX65" fmla="*/ 865184 w 1283053"/>
              <a:gd name="connsiteY65" fmla="*/ 293607 h 739211"/>
              <a:gd name="connsiteX66" fmla="*/ 850432 w 1283053"/>
              <a:gd name="connsiteY66" fmla="*/ 329227 h 739211"/>
              <a:gd name="connsiteX67" fmla="*/ 814809 w 1283053"/>
              <a:gd name="connsiteY67" fmla="*/ 343977 h 739211"/>
              <a:gd name="connsiteX68" fmla="*/ 779185 w 1283053"/>
              <a:gd name="connsiteY68" fmla="*/ 329227 h 739211"/>
              <a:gd name="connsiteX69" fmla="*/ 764433 w 1283053"/>
              <a:gd name="connsiteY69" fmla="*/ 293607 h 739211"/>
              <a:gd name="connsiteX70" fmla="*/ 779185 w 1283053"/>
              <a:gd name="connsiteY70" fmla="*/ 257988 h 739211"/>
              <a:gd name="connsiteX71" fmla="*/ 814809 w 1283053"/>
              <a:gd name="connsiteY71" fmla="*/ 243238 h 739211"/>
              <a:gd name="connsiteX72" fmla="*/ 814809 w 1283053"/>
              <a:gd name="connsiteY72" fmla="*/ 218333 h 739211"/>
              <a:gd name="connsiteX73" fmla="*/ 739526 w 1283053"/>
              <a:gd name="connsiteY73" fmla="*/ 293607 h 739211"/>
              <a:gd name="connsiteX74" fmla="*/ 814809 w 1283053"/>
              <a:gd name="connsiteY74" fmla="*/ 368882 h 739211"/>
              <a:gd name="connsiteX75" fmla="*/ 890092 w 1283053"/>
              <a:gd name="connsiteY75" fmla="*/ 293607 h 739211"/>
              <a:gd name="connsiteX76" fmla="*/ 814809 w 1283053"/>
              <a:gd name="connsiteY76" fmla="*/ 218333 h 739211"/>
              <a:gd name="connsiteX77" fmla="*/ 814809 w 1283053"/>
              <a:gd name="connsiteY77" fmla="*/ 218333 h 739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1283053" h="739211">
                <a:moveTo>
                  <a:pt x="1262587" y="179894"/>
                </a:moveTo>
                <a:lnTo>
                  <a:pt x="1162280" y="179894"/>
                </a:lnTo>
                <a:lnTo>
                  <a:pt x="1162280" y="41122"/>
                </a:lnTo>
                <a:cubicBezTo>
                  <a:pt x="1162280" y="18418"/>
                  <a:pt x="1143860" y="0"/>
                  <a:pt x="1121154" y="0"/>
                </a:cubicBezTo>
                <a:lnTo>
                  <a:pt x="157691" y="0"/>
                </a:lnTo>
                <a:cubicBezTo>
                  <a:pt x="134965" y="0"/>
                  <a:pt x="116564" y="18418"/>
                  <a:pt x="116564" y="41122"/>
                </a:cubicBezTo>
                <a:lnTo>
                  <a:pt x="116564" y="179875"/>
                </a:lnTo>
                <a:lnTo>
                  <a:pt x="20467" y="179875"/>
                </a:lnTo>
                <a:cubicBezTo>
                  <a:pt x="9152" y="179875"/>
                  <a:pt x="0" y="189045"/>
                  <a:pt x="0" y="200340"/>
                </a:cubicBezTo>
                <a:lnTo>
                  <a:pt x="0" y="538698"/>
                </a:lnTo>
                <a:cubicBezTo>
                  <a:pt x="0" y="549993"/>
                  <a:pt x="9171" y="559163"/>
                  <a:pt x="20467" y="559163"/>
                </a:cubicBezTo>
                <a:lnTo>
                  <a:pt x="116545" y="559163"/>
                </a:lnTo>
                <a:lnTo>
                  <a:pt x="116545" y="698090"/>
                </a:lnTo>
                <a:cubicBezTo>
                  <a:pt x="116545" y="720794"/>
                  <a:pt x="134965" y="739212"/>
                  <a:pt x="157671" y="739212"/>
                </a:cubicBezTo>
                <a:lnTo>
                  <a:pt x="1121154" y="739212"/>
                </a:lnTo>
                <a:cubicBezTo>
                  <a:pt x="1143860" y="739212"/>
                  <a:pt x="1162280" y="720794"/>
                  <a:pt x="1162280" y="698090"/>
                </a:cubicBezTo>
                <a:lnTo>
                  <a:pt x="1162280" y="559163"/>
                </a:lnTo>
                <a:lnTo>
                  <a:pt x="1262587" y="559163"/>
                </a:lnTo>
                <a:cubicBezTo>
                  <a:pt x="1273882" y="559163"/>
                  <a:pt x="1283053" y="549993"/>
                  <a:pt x="1283053" y="538698"/>
                </a:cubicBezTo>
                <a:lnTo>
                  <a:pt x="1283053" y="200340"/>
                </a:lnTo>
                <a:cubicBezTo>
                  <a:pt x="1283053" y="189045"/>
                  <a:pt x="1273882" y="179875"/>
                  <a:pt x="1262587" y="179875"/>
                </a:cubicBezTo>
                <a:close/>
                <a:moveTo>
                  <a:pt x="116545" y="538949"/>
                </a:moveTo>
                <a:lnTo>
                  <a:pt x="20467" y="538949"/>
                </a:lnTo>
                <a:cubicBezTo>
                  <a:pt x="20332" y="538949"/>
                  <a:pt x="20216" y="538834"/>
                  <a:pt x="20216" y="538698"/>
                </a:cubicBezTo>
                <a:lnTo>
                  <a:pt x="20216" y="200340"/>
                </a:lnTo>
                <a:cubicBezTo>
                  <a:pt x="20216" y="200204"/>
                  <a:pt x="20332" y="200089"/>
                  <a:pt x="20467" y="200089"/>
                </a:cubicBezTo>
                <a:lnTo>
                  <a:pt x="116545" y="200089"/>
                </a:lnTo>
                <a:lnTo>
                  <a:pt x="116545" y="538930"/>
                </a:lnTo>
                <a:close/>
                <a:moveTo>
                  <a:pt x="1136793" y="698090"/>
                </a:moveTo>
                <a:cubicBezTo>
                  <a:pt x="1136793" y="702260"/>
                  <a:pt x="1135171" y="706198"/>
                  <a:pt x="1132217" y="709152"/>
                </a:cubicBezTo>
                <a:cubicBezTo>
                  <a:pt x="1129263" y="712106"/>
                  <a:pt x="1125343" y="713728"/>
                  <a:pt x="1121154" y="713728"/>
                </a:cubicBezTo>
                <a:lnTo>
                  <a:pt x="157691" y="713728"/>
                </a:lnTo>
                <a:cubicBezTo>
                  <a:pt x="153520" y="713728"/>
                  <a:pt x="149581" y="712106"/>
                  <a:pt x="146627" y="709152"/>
                </a:cubicBezTo>
                <a:cubicBezTo>
                  <a:pt x="143673" y="706198"/>
                  <a:pt x="142051" y="702279"/>
                  <a:pt x="142051" y="698090"/>
                </a:cubicBezTo>
                <a:lnTo>
                  <a:pt x="142051" y="41122"/>
                </a:lnTo>
                <a:cubicBezTo>
                  <a:pt x="142051" y="36952"/>
                  <a:pt x="143673" y="33013"/>
                  <a:pt x="146627" y="30060"/>
                </a:cubicBezTo>
                <a:cubicBezTo>
                  <a:pt x="149581" y="27106"/>
                  <a:pt x="153520" y="25484"/>
                  <a:pt x="157691" y="25484"/>
                </a:cubicBezTo>
                <a:lnTo>
                  <a:pt x="1121173" y="25484"/>
                </a:lnTo>
                <a:cubicBezTo>
                  <a:pt x="1125343" y="25484"/>
                  <a:pt x="1129282" y="27106"/>
                  <a:pt x="1132237" y="30060"/>
                </a:cubicBezTo>
                <a:cubicBezTo>
                  <a:pt x="1135191" y="33013"/>
                  <a:pt x="1136813" y="36952"/>
                  <a:pt x="1136813" y="41122"/>
                </a:cubicBezTo>
                <a:lnTo>
                  <a:pt x="1136813" y="698090"/>
                </a:lnTo>
                <a:close/>
                <a:moveTo>
                  <a:pt x="1262838" y="538698"/>
                </a:moveTo>
                <a:cubicBezTo>
                  <a:pt x="1262838" y="538834"/>
                  <a:pt x="1262722" y="538949"/>
                  <a:pt x="1262587" y="538949"/>
                </a:cubicBezTo>
                <a:lnTo>
                  <a:pt x="1162280" y="538949"/>
                </a:lnTo>
                <a:lnTo>
                  <a:pt x="1162280" y="200108"/>
                </a:lnTo>
                <a:lnTo>
                  <a:pt x="1262587" y="200108"/>
                </a:lnTo>
                <a:cubicBezTo>
                  <a:pt x="1262722" y="200108"/>
                  <a:pt x="1262838" y="200224"/>
                  <a:pt x="1262838" y="200359"/>
                </a:cubicBezTo>
                <a:lnTo>
                  <a:pt x="1262838" y="538718"/>
                </a:lnTo>
                <a:close/>
                <a:moveTo>
                  <a:pt x="468245" y="243238"/>
                </a:moveTo>
                <a:cubicBezTo>
                  <a:pt x="481703" y="243238"/>
                  <a:pt x="494349" y="248470"/>
                  <a:pt x="503868" y="257988"/>
                </a:cubicBezTo>
                <a:cubicBezTo>
                  <a:pt x="513387" y="267505"/>
                  <a:pt x="518620" y="280151"/>
                  <a:pt x="518620" y="293607"/>
                </a:cubicBezTo>
                <a:cubicBezTo>
                  <a:pt x="518620" y="307064"/>
                  <a:pt x="513387" y="319709"/>
                  <a:pt x="503868" y="329227"/>
                </a:cubicBezTo>
                <a:cubicBezTo>
                  <a:pt x="494349" y="338745"/>
                  <a:pt x="481703" y="343977"/>
                  <a:pt x="468245" y="343977"/>
                </a:cubicBezTo>
                <a:cubicBezTo>
                  <a:pt x="454787" y="343977"/>
                  <a:pt x="442140" y="338745"/>
                  <a:pt x="432621" y="329227"/>
                </a:cubicBezTo>
                <a:cubicBezTo>
                  <a:pt x="423102" y="319709"/>
                  <a:pt x="417869" y="307064"/>
                  <a:pt x="417869" y="293607"/>
                </a:cubicBezTo>
                <a:cubicBezTo>
                  <a:pt x="417869" y="280151"/>
                  <a:pt x="423102" y="267505"/>
                  <a:pt x="432621" y="257988"/>
                </a:cubicBezTo>
                <a:cubicBezTo>
                  <a:pt x="442140" y="248470"/>
                  <a:pt x="454787" y="243238"/>
                  <a:pt x="468245" y="243238"/>
                </a:cubicBezTo>
                <a:moveTo>
                  <a:pt x="468245" y="218333"/>
                </a:moveTo>
                <a:cubicBezTo>
                  <a:pt x="426655" y="218333"/>
                  <a:pt x="392962" y="252041"/>
                  <a:pt x="392962" y="293607"/>
                </a:cubicBezTo>
                <a:cubicBezTo>
                  <a:pt x="392962" y="335173"/>
                  <a:pt x="426674" y="368882"/>
                  <a:pt x="468245" y="368882"/>
                </a:cubicBezTo>
                <a:cubicBezTo>
                  <a:pt x="509815" y="368882"/>
                  <a:pt x="543528" y="335173"/>
                  <a:pt x="543528" y="293607"/>
                </a:cubicBezTo>
                <a:cubicBezTo>
                  <a:pt x="543528" y="252041"/>
                  <a:pt x="509815" y="218333"/>
                  <a:pt x="468245" y="218333"/>
                </a:cubicBezTo>
                <a:lnTo>
                  <a:pt x="468245" y="218333"/>
                </a:lnTo>
                <a:close/>
                <a:moveTo>
                  <a:pt x="814809" y="243238"/>
                </a:moveTo>
                <a:cubicBezTo>
                  <a:pt x="828267" y="243238"/>
                  <a:pt x="840913" y="248470"/>
                  <a:pt x="850432" y="257988"/>
                </a:cubicBezTo>
                <a:cubicBezTo>
                  <a:pt x="859951" y="267505"/>
                  <a:pt x="865184" y="280151"/>
                  <a:pt x="865184" y="293607"/>
                </a:cubicBezTo>
                <a:cubicBezTo>
                  <a:pt x="865184" y="307064"/>
                  <a:pt x="859951" y="319709"/>
                  <a:pt x="850432" y="329227"/>
                </a:cubicBezTo>
                <a:cubicBezTo>
                  <a:pt x="840913" y="338745"/>
                  <a:pt x="828267" y="343977"/>
                  <a:pt x="814809" y="343977"/>
                </a:cubicBezTo>
                <a:cubicBezTo>
                  <a:pt x="801351" y="343977"/>
                  <a:pt x="788704" y="338745"/>
                  <a:pt x="779185" y="329227"/>
                </a:cubicBezTo>
                <a:cubicBezTo>
                  <a:pt x="769666" y="319709"/>
                  <a:pt x="764433" y="307064"/>
                  <a:pt x="764433" y="293607"/>
                </a:cubicBezTo>
                <a:cubicBezTo>
                  <a:pt x="764433" y="280151"/>
                  <a:pt x="769666" y="267505"/>
                  <a:pt x="779185" y="257988"/>
                </a:cubicBezTo>
                <a:cubicBezTo>
                  <a:pt x="788704" y="248470"/>
                  <a:pt x="801351" y="243238"/>
                  <a:pt x="814809" y="243238"/>
                </a:cubicBezTo>
                <a:moveTo>
                  <a:pt x="814809" y="218333"/>
                </a:moveTo>
                <a:cubicBezTo>
                  <a:pt x="773219" y="218333"/>
                  <a:pt x="739526" y="252041"/>
                  <a:pt x="739526" y="293607"/>
                </a:cubicBezTo>
                <a:cubicBezTo>
                  <a:pt x="739526" y="335173"/>
                  <a:pt x="773238" y="368882"/>
                  <a:pt x="814809" y="368882"/>
                </a:cubicBezTo>
                <a:cubicBezTo>
                  <a:pt x="856379" y="368882"/>
                  <a:pt x="890092" y="335173"/>
                  <a:pt x="890092" y="293607"/>
                </a:cubicBezTo>
                <a:cubicBezTo>
                  <a:pt x="890092" y="252041"/>
                  <a:pt x="856379" y="218333"/>
                  <a:pt x="814809" y="218333"/>
                </a:cubicBezTo>
                <a:lnTo>
                  <a:pt x="814809" y="218333"/>
                </a:lnTo>
                <a:close/>
              </a:path>
            </a:pathLst>
          </a:cu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4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73B8B-3039-38DC-D007-CF62C6AFC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5D9C538-F844-FBA0-1CBB-DC714357D52D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b="1" dirty="0"/>
              <a:t>Why Agentic AI?</a:t>
            </a:r>
            <a:endParaRPr lang="en-US" sz="4000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EE828E3-8E50-C424-7C27-BCE688E8D973}"/>
              </a:ext>
            </a:extLst>
          </p:cNvPr>
          <p:cNvCxnSpPr>
            <a:cxnSpLocks/>
            <a:stCxn id="74" idx="1"/>
            <a:endCxn id="65" idx="3"/>
          </p:cNvCxnSpPr>
          <p:nvPr/>
        </p:nvCxnSpPr>
        <p:spPr>
          <a:xfrm flipH="1">
            <a:off x="3921760" y="3894335"/>
            <a:ext cx="614680" cy="0"/>
          </a:xfrm>
          <a:prstGeom prst="line">
            <a:avLst/>
          </a:prstGeom>
          <a:ln>
            <a:tailEnd type="non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895E509-DF6D-20A0-187C-0D97ED062929}"/>
              </a:ext>
            </a:extLst>
          </p:cNvPr>
          <p:cNvCxnSpPr>
            <a:cxnSpLocks/>
            <a:stCxn id="55" idx="1"/>
            <a:endCxn id="74" idx="3"/>
          </p:cNvCxnSpPr>
          <p:nvPr/>
        </p:nvCxnSpPr>
        <p:spPr>
          <a:xfrm flipH="1">
            <a:off x="7736840" y="3894335"/>
            <a:ext cx="614680" cy="0"/>
          </a:xfrm>
          <a:prstGeom prst="line">
            <a:avLst/>
          </a:prstGeom>
          <a:ln>
            <a:tailEnd type="non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2F9E66B-164D-D908-93CE-8A1655756712}"/>
              </a:ext>
            </a:extLst>
          </p:cNvPr>
          <p:cNvGrpSpPr>
            <a:grpSpLocks/>
          </p:cNvGrpSpPr>
          <p:nvPr/>
        </p:nvGrpSpPr>
        <p:grpSpPr>
          <a:xfrm>
            <a:off x="8351520" y="1788486"/>
            <a:ext cx="3200400" cy="4211698"/>
            <a:chOff x="8351520" y="1788486"/>
            <a:chExt cx="3200400" cy="4211698"/>
          </a:xfrm>
          <a:solidFill>
            <a:schemeClr val="tx1"/>
          </a:solidFill>
        </p:grpSpPr>
        <p:sp>
          <p:nvSpPr>
            <p:cNvPr id="55" name="Rounded Rectangle 8">
              <a:extLst>
                <a:ext uri="{FF2B5EF4-FFF2-40B4-BE49-F238E27FC236}">
                  <a16:creationId xmlns:a16="http://schemas.microsoft.com/office/drawing/2014/main" id="{D70E8A08-C67C-F801-BF45-164F7A5442A9}"/>
                </a:ext>
              </a:extLst>
            </p:cNvPr>
            <p:cNvSpPr>
              <a:spLocks/>
            </p:cNvSpPr>
            <p:nvPr/>
          </p:nvSpPr>
          <p:spPr>
            <a:xfrm>
              <a:off x="8351520" y="1788486"/>
              <a:ext cx="3200400" cy="4211698"/>
            </a:xfrm>
            <a:prstGeom prst="roundRect">
              <a:avLst>
                <a:gd name="adj" fmla="val 6270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6" name="Title 3">
              <a:extLst>
                <a:ext uri="{FF2B5EF4-FFF2-40B4-BE49-F238E27FC236}">
                  <a16:creationId xmlns:a16="http://schemas.microsoft.com/office/drawing/2014/main" id="{7FC94362-03C2-9150-14F5-1FDAC9BD7A08}"/>
                </a:ext>
              </a:extLst>
            </p:cNvPr>
            <p:cNvSpPr txBox="1">
              <a:spLocks/>
            </p:cNvSpPr>
            <p:nvPr/>
          </p:nvSpPr>
          <p:spPr>
            <a:xfrm>
              <a:off x="8717280" y="4555794"/>
              <a:ext cx="2468880" cy="75713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vert="horz" wrap="square" lIns="0" tIns="45720" rIns="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 baseline="0">
                  <a:solidFill>
                    <a:schemeClr val="tx2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1pPr>
            </a:lstStyle>
            <a:p>
              <a:pPr marR="0" algn="ctr"/>
              <a:r>
                <a:rPr lang="en-US" sz="2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Solve real-world problems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66B0E57-3A21-916F-9271-0EA7B1868C87}"/>
                </a:ext>
              </a:extLst>
            </p:cNvPr>
            <p:cNvCxnSpPr>
              <a:cxnSpLocks/>
            </p:cNvCxnSpPr>
            <p:nvPr/>
          </p:nvCxnSpPr>
          <p:spPr>
            <a:xfrm>
              <a:off x="8798560" y="3894335"/>
              <a:ext cx="2306320" cy="0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46F7CE8-2CD3-587F-847F-9F8BEA05CD75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6466" y="2351052"/>
              <a:ext cx="990508" cy="1082501"/>
              <a:chOff x="5479999" y="2585475"/>
              <a:chExt cx="990508" cy="1082501"/>
            </a:xfrm>
            <a:grpFill/>
          </p:grpSpPr>
          <p:grpSp>
            <p:nvGrpSpPr>
              <p:cNvPr id="59" name="Graphic 13">
                <a:extLst>
                  <a:ext uri="{FF2B5EF4-FFF2-40B4-BE49-F238E27FC236}">
                    <a16:creationId xmlns:a16="http://schemas.microsoft.com/office/drawing/2014/main" id="{E3AE5DBE-2235-3618-8616-69718814ACF6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479999" y="2630587"/>
                <a:ext cx="990508" cy="989978"/>
                <a:chOff x="5479999" y="2630587"/>
                <a:chExt cx="990508" cy="989978"/>
              </a:xfrm>
              <a:grpFill/>
            </p:grpSpPr>
            <p:sp>
              <p:nvSpPr>
                <p:cNvPr id="62" name="Freeform 43">
                  <a:extLst>
                    <a:ext uri="{FF2B5EF4-FFF2-40B4-BE49-F238E27FC236}">
                      <a16:creationId xmlns:a16="http://schemas.microsoft.com/office/drawing/2014/main" id="{40ACE724-3DB3-AA27-83A6-E1682E1D16E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479999" y="2630587"/>
                  <a:ext cx="763777" cy="844984"/>
                </a:xfrm>
                <a:custGeom>
                  <a:avLst/>
                  <a:gdLst>
                    <a:gd name="connsiteX0" fmla="*/ 145052 w 763777"/>
                    <a:gd name="connsiteY0" fmla="*/ 844985 h 844984"/>
                    <a:gd name="connsiteX1" fmla="*/ 0 w 763777"/>
                    <a:gd name="connsiteY1" fmla="*/ 495001 h 844984"/>
                    <a:gd name="connsiteX2" fmla="*/ 495255 w 763777"/>
                    <a:gd name="connsiteY2" fmla="*/ 0 h 844984"/>
                    <a:gd name="connsiteX3" fmla="*/ 763778 w 763777"/>
                    <a:gd name="connsiteY3" fmla="*/ 79010 h 8449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3777" h="844984">
                      <a:moveTo>
                        <a:pt x="145052" y="844985"/>
                      </a:moveTo>
                      <a:cubicBezTo>
                        <a:pt x="55428" y="755411"/>
                        <a:pt x="0" y="631684"/>
                        <a:pt x="0" y="495001"/>
                      </a:cubicBezTo>
                      <a:cubicBezTo>
                        <a:pt x="0" y="221613"/>
                        <a:pt x="221737" y="0"/>
                        <a:pt x="495255" y="0"/>
                      </a:cubicBezTo>
                      <a:cubicBezTo>
                        <a:pt x="594240" y="0"/>
                        <a:pt x="686420" y="29022"/>
                        <a:pt x="763778" y="79010"/>
                      </a:cubicBezTo>
                    </a:path>
                  </a:pathLst>
                </a:custGeom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3" name="Freeform 44">
                  <a:extLst>
                    <a:ext uri="{FF2B5EF4-FFF2-40B4-BE49-F238E27FC236}">
                      <a16:creationId xmlns:a16="http://schemas.microsoft.com/office/drawing/2014/main" id="{CAA2FE91-292C-665E-736C-8F8235FBE6C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707729" y="2775581"/>
                  <a:ext cx="762778" cy="844984"/>
                </a:xfrm>
                <a:custGeom>
                  <a:avLst/>
                  <a:gdLst>
                    <a:gd name="connsiteX0" fmla="*/ 617727 w 762778"/>
                    <a:gd name="connsiteY0" fmla="*/ 0 h 844984"/>
                    <a:gd name="connsiteX1" fmla="*/ 762779 w 762778"/>
                    <a:gd name="connsiteY1" fmla="*/ 350007 h 844984"/>
                    <a:gd name="connsiteX2" fmla="*/ 267524 w 762778"/>
                    <a:gd name="connsiteY2" fmla="*/ 844985 h 844984"/>
                    <a:gd name="connsiteX3" fmla="*/ 0 w 762778"/>
                    <a:gd name="connsiteY3" fmla="*/ 766625 h 8449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2778" h="844984">
                      <a:moveTo>
                        <a:pt x="617727" y="0"/>
                      </a:moveTo>
                      <a:cubicBezTo>
                        <a:pt x="707350" y="89574"/>
                        <a:pt x="762779" y="213324"/>
                        <a:pt x="762779" y="350007"/>
                      </a:cubicBezTo>
                      <a:cubicBezTo>
                        <a:pt x="762779" y="623372"/>
                        <a:pt x="541042" y="844985"/>
                        <a:pt x="267524" y="844985"/>
                      </a:cubicBezTo>
                      <a:cubicBezTo>
                        <a:pt x="168980" y="844985"/>
                        <a:pt x="77149" y="816218"/>
                        <a:pt x="0" y="766625"/>
                      </a:cubicBezTo>
                    </a:path>
                  </a:pathLst>
                </a:custGeom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0" name="Freeform 45">
                <a:extLst>
                  <a:ext uri="{FF2B5EF4-FFF2-40B4-BE49-F238E27FC236}">
                    <a16:creationId xmlns:a16="http://schemas.microsoft.com/office/drawing/2014/main" id="{A7071999-9E72-4B4E-546B-FB6A2107472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21537" y="2585475"/>
                <a:ext cx="136619" cy="153793"/>
              </a:xfrm>
              <a:custGeom>
                <a:avLst/>
                <a:gdLst>
                  <a:gd name="connsiteX0" fmla="*/ 0 w 136619"/>
                  <a:gd name="connsiteY0" fmla="*/ 153794 h 153793"/>
                  <a:gd name="connsiteX1" fmla="*/ 136620 w 136619"/>
                  <a:gd name="connsiteY1" fmla="*/ 136566 h 153793"/>
                  <a:gd name="connsiteX2" fmla="*/ 119382 w 136619"/>
                  <a:gd name="connsiteY2" fmla="*/ 0 h 15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6619" h="153793">
                    <a:moveTo>
                      <a:pt x="0" y="153794"/>
                    </a:moveTo>
                    <a:lnTo>
                      <a:pt x="136620" y="136566"/>
                    </a:lnTo>
                    <a:lnTo>
                      <a:pt x="119382" y="0"/>
                    </a:lnTo>
                  </a:path>
                </a:pathLst>
              </a:custGeom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 46">
                <a:extLst>
                  <a:ext uri="{FF2B5EF4-FFF2-40B4-BE49-F238E27FC236}">
                    <a16:creationId xmlns:a16="http://schemas.microsoft.com/office/drawing/2014/main" id="{7F4F663A-6FEF-6FAE-010A-C43A67AAB8D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94093" y="3514182"/>
                <a:ext cx="136619" cy="153794"/>
              </a:xfrm>
              <a:custGeom>
                <a:avLst/>
                <a:gdLst>
                  <a:gd name="connsiteX0" fmla="*/ 136620 w 136619"/>
                  <a:gd name="connsiteY0" fmla="*/ 0 h 153794"/>
                  <a:gd name="connsiteX1" fmla="*/ 0 w 136619"/>
                  <a:gd name="connsiteY1" fmla="*/ 17251 h 153794"/>
                  <a:gd name="connsiteX2" fmla="*/ 17237 w 136619"/>
                  <a:gd name="connsiteY2" fmla="*/ 153794 h 153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6619" h="153794">
                    <a:moveTo>
                      <a:pt x="136620" y="0"/>
                    </a:moveTo>
                    <a:lnTo>
                      <a:pt x="0" y="17251"/>
                    </a:lnTo>
                    <a:lnTo>
                      <a:pt x="17237" y="153794"/>
                    </a:lnTo>
                  </a:path>
                </a:pathLst>
              </a:custGeom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4AB7EC2-B17A-991E-46E2-BA07E0DE956B}"/>
              </a:ext>
            </a:extLst>
          </p:cNvPr>
          <p:cNvGrpSpPr/>
          <p:nvPr/>
        </p:nvGrpSpPr>
        <p:grpSpPr>
          <a:xfrm>
            <a:off x="721360" y="1788486"/>
            <a:ext cx="3200400" cy="4211698"/>
            <a:chOff x="721360" y="1788486"/>
            <a:chExt cx="3200400" cy="4211698"/>
          </a:xfrm>
          <a:solidFill>
            <a:schemeClr val="tx1"/>
          </a:solidFill>
        </p:grpSpPr>
        <p:sp>
          <p:nvSpPr>
            <p:cNvPr id="65" name="Rounded Rectangle 6">
              <a:extLst>
                <a:ext uri="{FF2B5EF4-FFF2-40B4-BE49-F238E27FC236}">
                  <a16:creationId xmlns:a16="http://schemas.microsoft.com/office/drawing/2014/main" id="{43F0B817-8AC1-47E5-95DA-FE0B0E0F2017}"/>
                </a:ext>
              </a:extLst>
            </p:cNvPr>
            <p:cNvSpPr/>
            <p:nvPr/>
          </p:nvSpPr>
          <p:spPr>
            <a:xfrm>
              <a:off x="721360" y="1788486"/>
              <a:ext cx="3200400" cy="4211698"/>
            </a:xfrm>
            <a:prstGeom prst="roundRect">
              <a:avLst>
                <a:gd name="adj" fmla="val 6270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66" name="Title 3">
              <a:extLst>
                <a:ext uri="{FF2B5EF4-FFF2-40B4-BE49-F238E27FC236}">
                  <a16:creationId xmlns:a16="http://schemas.microsoft.com/office/drawing/2014/main" id="{3E851EC3-30BB-FB8C-23AE-1FF751DE6B33}"/>
                </a:ext>
              </a:extLst>
            </p:cNvPr>
            <p:cNvSpPr txBox="1">
              <a:spLocks/>
            </p:cNvSpPr>
            <p:nvPr/>
          </p:nvSpPr>
          <p:spPr>
            <a:xfrm>
              <a:off x="1087120" y="4555795"/>
              <a:ext cx="2468880" cy="75713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vert="horz" wrap="square" lIns="0" tIns="45720" rIns="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 baseline="0">
                  <a:solidFill>
                    <a:schemeClr val="tx2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1pPr>
            </a:lstStyle>
            <a:p>
              <a:pPr algn="ctr"/>
              <a:r>
                <a:rPr lang="en-GB" sz="2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Autonomous software systems</a:t>
              </a:r>
              <a:endParaRPr lang="en-US" sz="2400" b="1" dirty="0">
                <a:gradFill>
                  <a:gsLst>
                    <a:gs pos="0">
                      <a:schemeClr val="accent2"/>
                    </a:gs>
                    <a:gs pos="50000">
                      <a:schemeClr val="accent1"/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CD0E366-7544-3823-358B-573072760ECC}"/>
                </a:ext>
              </a:extLst>
            </p:cNvPr>
            <p:cNvCxnSpPr>
              <a:cxnSpLocks/>
            </p:cNvCxnSpPr>
            <p:nvPr/>
          </p:nvCxnSpPr>
          <p:spPr>
            <a:xfrm>
              <a:off x="1168400" y="3894335"/>
              <a:ext cx="2306320" cy="0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ABF0B5F-F40B-016E-C653-C1F0DB2D2751}"/>
                </a:ext>
              </a:extLst>
            </p:cNvPr>
            <p:cNvGrpSpPr/>
            <p:nvPr/>
          </p:nvGrpSpPr>
          <p:grpSpPr>
            <a:xfrm>
              <a:off x="1745637" y="2316369"/>
              <a:ext cx="1151846" cy="1151867"/>
              <a:chOff x="2104229" y="2502057"/>
              <a:chExt cx="1151846" cy="1151867"/>
            </a:xfrm>
            <a:grpFill/>
          </p:grpSpPr>
          <p:grpSp>
            <p:nvGrpSpPr>
              <p:cNvPr id="69" name="Graphic 71">
                <a:extLst>
                  <a:ext uri="{FF2B5EF4-FFF2-40B4-BE49-F238E27FC236}">
                    <a16:creationId xmlns:a16="http://schemas.microsoft.com/office/drawing/2014/main" id="{D1B65A20-31AE-968E-EFC6-279FD01AEE6E}"/>
                  </a:ext>
                </a:extLst>
              </p:cNvPr>
              <p:cNvGrpSpPr/>
              <p:nvPr/>
            </p:nvGrpSpPr>
            <p:grpSpPr>
              <a:xfrm>
                <a:off x="2104229" y="2502057"/>
                <a:ext cx="1151846" cy="1151867"/>
                <a:chOff x="2104229" y="2502057"/>
                <a:chExt cx="1151846" cy="1151867"/>
              </a:xfrm>
              <a:grpFill/>
            </p:grpSpPr>
            <p:sp>
              <p:nvSpPr>
                <p:cNvPr id="71" name="Freeform 75">
                  <a:extLst>
                    <a:ext uri="{FF2B5EF4-FFF2-40B4-BE49-F238E27FC236}">
                      <a16:creationId xmlns:a16="http://schemas.microsoft.com/office/drawing/2014/main" id="{23A057E8-7F05-163F-AC6D-3CD91FF4D71B}"/>
                    </a:ext>
                  </a:extLst>
                </p:cNvPr>
                <p:cNvSpPr/>
                <p:nvPr/>
              </p:nvSpPr>
              <p:spPr>
                <a:xfrm>
                  <a:off x="2104229" y="2502057"/>
                  <a:ext cx="1151846" cy="1151867"/>
                </a:xfrm>
                <a:custGeom>
                  <a:avLst/>
                  <a:gdLst>
                    <a:gd name="connsiteX0" fmla="*/ 582702 w 1151846"/>
                    <a:gd name="connsiteY0" fmla="*/ 1048792 h 1151867"/>
                    <a:gd name="connsiteX1" fmla="*/ 659613 w 1151846"/>
                    <a:gd name="connsiteY1" fmla="*/ 1041316 h 1151867"/>
                    <a:gd name="connsiteX2" fmla="*/ 716448 w 1151846"/>
                    <a:gd name="connsiteY2" fmla="*/ 1141740 h 1151867"/>
                    <a:gd name="connsiteX3" fmla="*/ 740939 w 1151846"/>
                    <a:gd name="connsiteY3" fmla="*/ 1150549 h 1151867"/>
                    <a:gd name="connsiteX4" fmla="*/ 836240 w 1151846"/>
                    <a:gd name="connsiteY4" fmla="*/ 1114124 h 1151867"/>
                    <a:gd name="connsiteX5" fmla="*/ 848611 w 1151846"/>
                    <a:gd name="connsiteY5" fmla="*/ 1091215 h 1151867"/>
                    <a:gd name="connsiteX6" fmla="*/ 823973 w 1151846"/>
                    <a:gd name="connsiteY6" fmla="*/ 978483 h 1151867"/>
                    <a:gd name="connsiteX7" fmla="*/ 964196 w 1151846"/>
                    <a:gd name="connsiteY7" fmla="*/ 845841 h 1151867"/>
                    <a:gd name="connsiteX8" fmla="*/ 1075366 w 1151846"/>
                    <a:gd name="connsiteY8" fmla="*/ 876643 h 1151867"/>
                    <a:gd name="connsiteX9" fmla="*/ 1098921 w 1151846"/>
                    <a:gd name="connsiteY9" fmla="*/ 865563 h 1151867"/>
                    <a:gd name="connsiteX10" fmla="*/ 1140553 w 1151846"/>
                    <a:gd name="connsiteY10" fmla="*/ 772408 h 1151867"/>
                    <a:gd name="connsiteX11" fmla="*/ 1133097 w 1151846"/>
                    <a:gd name="connsiteY11" fmla="*/ 747458 h 1151867"/>
                    <a:gd name="connsiteX12" fmla="*/ 1036005 w 1151846"/>
                    <a:gd name="connsiteY12" fmla="*/ 685188 h 1151867"/>
                    <a:gd name="connsiteX13" fmla="*/ 1041295 w 1151846"/>
                    <a:gd name="connsiteY13" fmla="*/ 492233 h 1151867"/>
                    <a:gd name="connsiteX14" fmla="*/ 1141719 w 1151846"/>
                    <a:gd name="connsiteY14" fmla="*/ 435398 h 1151867"/>
                    <a:gd name="connsiteX15" fmla="*/ 1150528 w 1151846"/>
                    <a:gd name="connsiteY15" fmla="*/ 410907 h 1151867"/>
                    <a:gd name="connsiteX16" fmla="*/ 1114103 w 1151846"/>
                    <a:gd name="connsiteY16" fmla="*/ 315606 h 1151867"/>
                    <a:gd name="connsiteX17" fmla="*/ 1091194 w 1151846"/>
                    <a:gd name="connsiteY17" fmla="*/ 303235 h 1151867"/>
                    <a:gd name="connsiteX18" fmla="*/ 978462 w 1151846"/>
                    <a:gd name="connsiteY18" fmla="*/ 327873 h 1151867"/>
                    <a:gd name="connsiteX19" fmla="*/ 845820 w 1151846"/>
                    <a:gd name="connsiteY19" fmla="*/ 187650 h 1151867"/>
                    <a:gd name="connsiteX20" fmla="*/ 876622 w 1151846"/>
                    <a:gd name="connsiteY20" fmla="*/ 76480 h 1151867"/>
                    <a:gd name="connsiteX21" fmla="*/ 865543 w 1151846"/>
                    <a:gd name="connsiteY21" fmla="*/ 52925 h 1151867"/>
                    <a:gd name="connsiteX22" fmla="*/ 772387 w 1151846"/>
                    <a:gd name="connsiteY22" fmla="*/ 11294 h 1151867"/>
                    <a:gd name="connsiteX23" fmla="*/ 747437 w 1151846"/>
                    <a:gd name="connsiteY23" fmla="*/ 18750 h 1151867"/>
                    <a:gd name="connsiteX24" fmla="*/ 685167 w 1151846"/>
                    <a:gd name="connsiteY24" fmla="*/ 115841 h 1151867"/>
                    <a:gd name="connsiteX25" fmla="*/ 492212 w 1151846"/>
                    <a:gd name="connsiteY25" fmla="*/ 110552 h 1151867"/>
                    <a:gd name="connsiteX26" fmla="*/ 435378 w 1151846"/>
                    <a:gd name="connsiteY26" fmla="*/ 10128 h 1151867"/>
                    <a:gd name="connsiteX27" fmla="*/ 410886 w 1151846"/>
                    <a:gd name="connsiteY27" fmla="*/ 1318 h 1151867"/>
                    <a:gd name="connsiteX28" fmla="*/ 315585 w 1151846"/>
                    <a:gd name="connsiteY28" fmla="*/ 37743 h 1151867"/>
                    <a:gd name="connsiteX29" fmla="*/ 303215 w 1151846"/>
                    <a:gd name="connsiteY29" fmla="*/ 60652 h 1151867"/>
                    <a:gd name="connsiteX30" fmla="*/ 327852 w 1151846"/>
                    <a:gd name="connsiteY30" fmla="*/ 173384 h 1151867"/>
                    <a:gd name="connsiteX31" fmla="*/ 187629 w 1151846"/>
                    <a:gd name="connsiteY31" fmla="*/ 306026 h 1151867"/>
                    <a:gd name="connsiteX32" fmla="*/ 76480 w 1151846"/>
                    <a:gd name="connsiteY32" fmla="*/ 275224 h 1151867"/>
                    <a:gd name="connsiteX33" fmla="*/ 52925 w 1151846"/>
                    <a:gd name="connsiteY33" fmla="*/ 286304 h 1151867"/>
                    <a:gd name="connsiteX34" fmla="*/ 11294 w 1151846"/>
                    <a:gd name="connsiteY34" fmla="*/ 379459 h 1151867"/>
                    <a:gd name="connsiteX35" fmla="*/ 18750 w 1151846"/>
                    <a:gd name="connsiteY35" fmla="*/ 404409 h 1151867"/>
                    <a:gd name="connsiteX36" fmla="*/ 115841 w 1151846"/>
                    <a:gd name="connsiteY36" fmla="*/ 466679 h 1151867"/>
                    <a:gd name="connsiteX37" fmla="*/ 110552 w 1151846"/>
                    <a:gd name="connsiteY37" fmla="*/ 659634 h 1151867"/>
                    <a:gd name="connsiteX38" fmla="*/ 10128 w 1151846"/>
                    <a:gd name="connsiteY38" fmla="*/ 716469 h 1151867"/>
                    <a:gd name="connsiteX39" fmla="*/ 1318 w 1151846"/>
                    <a:gd name="connsiteY39" fmla="*/ 740960 h 1151867"/>
                    <a:gd name="connsiteX40" fmla="*/ 37743 w 1151846"/>
                    <a:gd name="connsiteY40" fmla="*/ 836261 h 1151867"/>
                    <a:gd name="connsiteX41" fmla="*/ 60652 w 1151846"/>
                    <a:gd name="connsiteY41" fmla="*/ 848632 h 1151867"/>
                    <a:gd name="connsiteX42" fmla="*/ 173384 w 1151846"/>
                    <a:gd name="connsiteY42" fmla="*/ 823994 h 1151867"/>
                    <a:gd name="connsiteX43" fmla="*/ 306026 w 1151846"/>
                    <a:gd name="connsiteY43" fmla="*/ 964217 h 1151867"/>
                    <a:gd name="connsiteX44" fmla="*/ 275224 w 1151846"/>
                    <a:gd name="connsiteY44" fmla="*/ 1075367 h 1151867"/>
                    <a:gd name="connsiteX45" fmla="*/ 286304 w 1151846"/>
                    <a:gd name="connsiteY45" fmla="*/ 1098921 h 1151867"/>
                    <a:gd name="connsiteX46" fmla="*/ 379459 w 1151846"/>
                    <a:gd name="connsiteY46" fmla="*/ 1140552 h 1151867"/>
                    <a:gd name="connsiteX47" fmla="*/ 404409 w 1151846"/>
                    <a:gd name="connsiteY47" fmla="*/ 1133097 h 1151867"/>
                    <a:gd name="connsiteX48" fmla="*/ 466679 w 1151846"/>
                    <a:gd name="connsiteY48" fmla="*/ 1036005 h 1151867"/>
                    <a:gd name="connsiteX49" fmla="*/ 552858 w 1151846"/>
                    <a:gd name="connsiteY49" fmla="*/ 1048272 h 11518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</a:cxnLst>
                  <a:rect l="l" t="t" r="r" b="b"/>
                  <a:pathLst>
                    <a:path w="1151846" h="1151867">
                      <a:moveTo>
                        <a:pt x="582702" y="1048792"/>
                      </a:moveTo>
                      <a:cubicBezTo>
                        <a:pt x="608235" y="1048417"/>
                        <a:pt x="633955" y="1045939"/>
                        <a:pt x="659613" y="1041316"/>
                      </a:cubicBezTo>
                      <a:lnTo>
                        <a:pt x="716448" y="1141740"/>
                      </a:lnTo>
                      <a:cubicBezTo>
                        <a:pt x="721300" y="1150341"/>
                        <a:pt x="731713" y="1154069"/>
                        <a:pt x="740939" y="1150549"/>
                      </a:cubicBezTo>
                      <a:lnTo>
                        <a:pt x="836240" y="1114124"/>
                      </a:lnTo>
                      <a:cubicBezTo>
                        <a:pt x="845466" y="1110604"/>
                        <a:pt x="850714" y="1100858"/>
                        <a:pt x="848611" y="1091215"/>
                      </a:cubicBezTo>
                      <a:lnTo>
                        <a:pt x="823973" y="978483"/>
                      </a:lnTo>
                      <a:cubicBezTo>
                        <a:pt x="880454" y="943766"/>
                        <a:pt x="927792" y="898323"/>
                        <a:pt x="964196" y="845841"/>
                      </a:cubicBezTo>
                      <a:lnTo>
                        <a:pt x="1075366" y="876643"/>
                      </a:lnTo>
                      <a:cubicBezTo>
                        <a:pt x="1084884" y="879288"/>
                        <a:pt x="1094901" y="874560"/>
                        <a:pt x="1098921" y="865563"/>
                      </a:cubicBezTo>
                      <a:lnTo>
                        <a:pt x="1140553" y="772408"/>
                      </a:lnTo>
                      <a:cubicBezTo>
                        <a:pt x="1144572" y="763390"/>
                        <a:pt x="1141406" y="752790"/>
                        <a:pt x="1133097" y="747458"/>
                      </a:cubicBezTo>
                      <a:lnTo>
                        <a:pt x="1036005" y="685188"/>
                      </a:lnTo>
                      <a:cubicBezTo>
                        <a:pt x="1050812" y="623042"/>
                        <a:pt x="1053103" y="557461"/>
                        <a:pt x="1041295" y="492233"/>
                      </a:cubicBezTo>
                      <a:lnTo>
                        <a:pt x="1141719" y="435398"/>
                      </a:lnTo>
                      <a:cubicBezTo>
                        <a:pt x="1150320" y="430525"/>
                        <a:pt x="1154048" y="420112"/>
                        <a:pt x="1150528" y="410907"/>
                      </a:cubicBezTo>
                      <a:lnTo>
                        <a:pt x="1114103" y="315606"/>
                      </a:lnTo>
                      <a:cubicBezTo>
                        <a:pt x="1110584" y="306380"/>
                        <a:pt x="1100837" y="301132"/>
                        <a:pt x="1091194" y="303235"/>
                      </a:cubicBezTo>
                      <a:lnTo>
                        <a:pt x="978462" y="327873"/>
                      </a:lnTo>
                      <a:cubicBezTo>
                        <a:pt x="943745" y="271392"/>
                        <a:pt x="898302" y="224054"/>
                        <a:pt x="845820" y="187650"/>
                      </a:cubicBezTo>
                      <a:lnTo>
                        <a:pt x="876622" y="76480"/>
                      </a:lnTo>
                      <a:cubicBezTo>
                        <a:pt x="879267" y="66962"/>
                        <a:pt x="874539" y="56945"/>
                        <a:pt x="865543" y="52925"/>
                      </a:cubicBezTo>
                      <a:lnTo>
                        <a:pt x="772387" y="11294"/>
                      </a:lnTo>
                      <a:cubicBezTo>
                        <a:pt x="763369" y="7274"/>
                        <a:pt x="752769" y="10440"/>
                        <a:pt x="747437" y="18750"/>
                      </a:cubicBezTo>
                      <a:lnTo>
                        <a:pt x="685167" y="115841"/>
                      </a:lnTo>
                      <a:cubicBezTo>
                        <a:pt x="623022" y="101034"/>
                        <a:pt x="557440" y="98743"/>
                        <a:pt x="492212" y="110552"/>
                      </a:cubicBezTo>
                      <a:lnTo>
                        <a:pt x="435378" y="10128"/>
                      </a:lnTo>
                      <a:cubicBezTo>
                        <a:pt x="430525" y="1526"/>
                        <a:pt x="420112" y="-2201"/>
                        <a:pt x="410886" y="1318"/>
                      </a:cubicBezTo>
                      <a:lnTo>
                        <a:pt x="315585" y="37743"/>
                      </a:lnTo>
                      <a:cubicBezTo>
                        <a:pt x="306359" y="41263"/>
                        <a:pt x="301111" y="51009"/>
                        <a:pt x="303215" y="60652"/>
                      </a:cubicBezTo>
                      <a:lnTo>
                        <a:pt x="327852" y="173384"/>
                      </a:lnTo>
                      <a:cubicBezTo>
                        <a:pt x="271371" y="208101"/>
                        <a:pt x="224033" y="253544"/>
                        <a:pt x="187629" y="306026"/>
                      </a:cubicBezTo>
                      <a:lnTo>
                        <a:pt x="76480" y="275224"/>
                      </a:lnTo>
                      <a:cubicBezTo>
                        <a:pt x="66962" y="272579"/>
                        <a:pt x="56945" y="277307"/>
                        <a:pt x="52925" y="286304"/>
                      </a:cubicBezTo>
                      <a:lnTo>
                        <a:pt x="11294" y="379459"/>
                      </a:lnTo>
                      <a:cubicBezTo>
                        <a:pt x="7274" y="388477"/>
                        <a:pt x="10440" y="399078"/>
                        <a:pt x="18750" y="404409"/>
                      </a:cubicBezTo>
                      <a:lnTo>
                        <a:pt x="115841" y="466679"/>
                      </a:lnTo>
                      <a:cubicBezTo>
                        <a:pt x="101034" y="528825"/>
                        <a:pt x="98743" y="594406"/>
                        <a:pt x="110552" y="659634"/>
                      </a:cubicBezTo>
                      <a:lnTo>
                        <a:pt x="10128" y="716469"/>
                      </a:lnTo>
                      <a:cubicBezTo>
                        <a:pt x="1526" y="721321"/>
                        <a:pt x="-2201" y="731734"/>
                        <a:pt x="1318" y="740960"/>
                      </a:cubicBezTo>
                      <a:lnTo>
                        <a:pt x="37743" y="836261"/>
                      </a:lnTo>
                      <a:cubicBezTo>
                        <a:pt x="41263" y="845487"/>
                        <a:pt x="51009" y="850735"/>
                        <a:pt x="60652" y="848632"/>
                      </a:cubicBezTo>
                      <a:lnTo>
                        <a:pt x="173384" y="823994"/>
                      </a:lnTo>
                      <a:cubicBezTo>
                        <a:pt x="208101" y="880475"/>
                        <a:pt x="253544" y="927813"/>
                        <a:pt x="306026" y="964217"/>
                      </a:cubicBezTo>
                      <a:lnTo>
                        <a:pt x="275224" y="1075367"/>
                      </a:lnTo>
                      <a:cubicBezTo>
                        <a:pt x="272579" y="1084884"/>
                        <a:pt x="277307" y="1094881"/>
                        <a:pt x="286304" y="1098921"/>
                      </a:cubicBezTo>
                      <a:lnTo>
                        <a:pt x="379459" y="1140552"/>
                      </a:lnTo>
                      <a:cubicBezTo>
                        <a:pt x="388477" y="1144572"/>
                        <a:pt x="399078" y="1141406"/>
                        <a:pt x="404409" y="1133097"/>
                      </a:cubicBezTo>
                      <a:lnTo>
                        <a:pt x="466679" y="1036005"/>
                      </a:lnTo>
                      <a:cubicBezTo>
                        <a:pt x="494816" y="1042711"/>
                        <a:pt x="523660" y="1046855"/>
                        <a:pt x="552858" y="1048272"/>
                      </a:cubicBezTo>
                    </a:path>
                  </a:pathLst>
                </a:custGeom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" name="Freeform 74">
                  <a:extLst>
                    <a:ext uri="{FF2B5EF4-FFF2-40B4-BE49-F238E27FC236}">
                      <a16:creationId xmlns:a16="http://schemas.microsoft.com/office/drawing/2014/main" id="{4ACBB49D-5564-5EF1-6EF6-0F0E0EAC23D3}"/>
                    </a:ext>
                  </a:extLst>
                </p:cNvPr>
                <p:cNvSpPr/>
                <p:nvPr/>
              </p:nvSpPr>
              <p:spPr>
                <a:xfrm>
                  <a:off x="2326243" y="2727027"/>
                  <a:ext cx="717191" cy="701946"/>
                </a:xfrm>
                <a:custGeom>
                  <a:avLst/>
                  <a:gdLst>
                    <a:gd name="connsiteX0" fmla="*/ 525049 w 717191"/>
                    <a:gd name="connsiteY0" fmla="*/ 53211 h 701946"/>
                    <a:gd name="connsiteX1" fmla="*/ 443952 w 717191"/>
                    <a:gd name="connsiteY1" fmla="*/ 21 h 701946"/>
                    <a:gd name="connsiteX2" fmla="*/ 353962 w 717191"/>
                    <a:gd name="connsiteY2" fmla="*/ 53877 h 701946"/>
                    <a:gd name="connsiteX3" fmla="*/ 353983 w 717191"/>
                    <a:gd name="connsiteY3" fmla="*/ 53836 h 701946"/>
                    <a:gd name="connsiteX4" fmla="*/ 264014 w 717191"/>
                    <a:gd name="connsiteY4" fmla="*/ 0 h 701946"/>
                    <a:gd name="connsiteX5" fmla="*/ 87741 w 717191"/>
                    <a:gd name="connsiteY5" fmla="*/ 103381 h 701946"/>
                    <a:gd name="connsiteX6" fmla="*/ 87741 w 717191"/>
                    <a:gd name="connsiteY6" fmla="*/ 215343 h 701946"/>
                    <a:gd name="connsiteX7" fmla="*/ 0 w 717191"/>
                    <a:gd name="connsiteY7" fmla="*/ 252872 h 701946"/>
                    <a:gd name="connsiteX8" fmla="*/ 0 w 717191"/>
                    <a:gd name="connsiteY8" fmla="*/ 423167 h 701946"/>
                    <a:gd name="connsiteX9" fmla="*/ 104860 w 717191"/>
                    <a:gd name="connsiteY9" fmla="*/ 485625 h 701946"/>
                    <a:gd name="connsiteX10" fmla="*/ 104860 w 717191"/>
                    <a:gd name="connsiteY10" fmla="*/ 598170 h 701946"/>
                    <a:gd name="connsiteX11" fmla="*/ 269866 w 717191"/>
                    <a:gd name="connsiteY11" fmla="*/ 701926 h 701946"/>
                    <a:gd name="connsiteX12" fmla="*/ 348422 w 717191"/>
                    <a:gd name="connsiteY12" fmla="*/ 655192 h 701946"/>
                    <a:gd name="connsiteX13" fmla="*/ 429103 w 717191"/>
                    <a:gd name="connsiteY13" fmla="*/ 701947 h 701946"/>
                    <a:gd name="connsiteX14" fmla="*/ 601565 w 717191"/>
                    <a:gd name="connsiteY14" fmla="*/ 598212 h 701946"/>
                    <a:gd name="connsiteX15" fmla="*/ 601565 w 717191"/>
                    <a:gd name="connsiteY15" fmla="*/ 485646 h 701946"/>
                    <a:gd name="connsiteX16" fmla="*/ 717192 w 717191"/>
                    <a:gd name="connsiteY16" fmla="*/ 422626 h 701946"/>
                    <a:gd name="connsiteX17" fmla="*/ 717171 w 717191"/>
                    <a:gd name="connsiteY17" fmla="*/ 258536 h 701946"/>
                    <a:gd name="connsiteX18" fmla="*/ 601565 w 717191"/>
                    <a:gd name="connsiteY18" fmla="*/ 215364 h 701946"/>
                    <a:gd name="connsiteX19" fmla="*/ 601565 w 717191"/>
                    <a:gd name="connsiteY19" fmla="*/ 103402 h 701946"/>
                    <a:gd name="connsiteX20" fmla="*/ 554935 w 717191"/>
                    <a:gd name="connsiteY20" fmla="*/ 72808 h 7019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17191" h="701946">
                      <a:moveTo>
                        <a:pt x="525049" y="53211"/>
                      </a:moveTo>
                      <a:lnTo>
                        <a:pt x="443952" y="21"/>
                      </a:lnTo>
                      <a:lnTo>
                        <a:pt x="353962" y="53877"/>
                      </a:lnTo>
                      <a:lnTo>
                        <a:pt x="353983" y="53836"/>
                      </a:lnTo>
                      <a:lnTo>
                        <a:pt x="264014" y="0"/>
                      </a:lnTo>
                      <a:lnTo>
                        <a:pt x="87741" y="103381"/>
                      </a:lnTo>
                      <a:lnTo>
                        <a:pt x="87741" y="215343"/>
                      </a:lnTo>
                      <a:lnTo>
                        <a:pt x="0" y="252872"/>
                      </a:lnTo>
                      <a:lnTo>
                        <a:pt x="0" y="423167"/>
                      </a:lnTo>
                      <a:lnTo>
                        <a:pt x="104860" y="485625"/>
                      </a:lnTo>
                      <a:lnTo>
                        <a:pt x="104860" y="598170"/>
                      </a:lnTo>
                      <a:lnTo>
                        <a:pt x="269866" y="701926"/>
                      </a:lnTo>
                      <a:lnTo>
                        <a:pt x="348422" y="655192"/>
                      </a:lnTo>
                      <a:lnTo>
                        <a:pt x="429103" y="701947"/>
                      </a:lnTo>
                      <a:lnTo>
                        <a:pt x="601565" y="598212"/>
                      </a:lnTo>
                      <a:lnTo>
                        <a:pt x="601565" y="485646"/>
                      </a:lnTo>
                      <a:lnTo>
                        <a:pt x="717192" y="422626"/>
                      </a:lnTo>
                      <a:lnTo>
                        <a:pt x="717171" y="258536"/>
                      </a:lnTo>
                      <a:lnTo>
                        <a:pt x="601565" y="215364"/>
                      </a:lnTo>
                      <a:lnTo>
                        <a:pt x="601565" y="103402"/>
                      </a:lnTo>
                      <a:lnTo>
                        <a:pt x="554935" y="72808"/>
                      </a:lnTo>
                    </a:path>
                  </a:pathLst>
                </a:custGeom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0" name="Freeform 76">
                <a:extLst>
                  <a:ext uri="{FF2B5EF4-FFF2-40B4-BE49-F238E27FC236}">
                    <a16:creationId xmlns:a16="http://schemas.microsoft.com/office/drawing/2014/main" id="{CAAFF522-4153-E965-5311-798411ABF0C0}"/>
                  </a:ext>
                </a:extLst>
              </p:cNvPr>
              <p:cNvSpPr/>
              <p:nvPr/>
            </p:nvSpPr>
            <p:spPr>
              <a:xfrm>
                <a:off x="2408261" y="2903384"/>
                <a:ext cx="627555" cy="493080"/>
              </a:xfrm>
              <a:custGeom>
                <a:avLst/>
                <a:gdLst>
                  <a:gd name="connsiteX0" fmla="*/ 283882 w 627555"/>
                  <a:gd name="connsiteY0" fmla="*/ 388492 h 493080"/>
                  <a:gd name="connsiteX1" fmla="*/ 283882 w 627555"/>
                  <a:gd name="connsiteY1" fmla="*/ 493081 h 493080"/>
                  <a:gd name="connsiteX2" fmla="*/ 283882 w 627555"/>
                  <a:gd name="connsiteY2" fmla="*/ 298835 h 493080"/>
                  <a:gd name="connsiteX3" fmla="*/ 239064 w 627555"/>
                  <a:gd name="connsiteY3" fmla="*/ 343653 h 493080"/>
                  <a:gd name="connsiteX4" fmla="*/ 283882 w 627555"/>
                  <a:gd name="connsiteY4" fmla="*/ 388471 h 493080"/>
                  <a:gd name="connsiteX5" fmla="*/ 328700 w 627555"/>
                  <a:gd name="connsiteY5" fmla="*/ 343653 h 493080"/>
                  <a:gd name="connsiteX6" fmla="*/ 283882 w 627555"/>
                  <a:gd name="connsiteY6" fmla="*/ 298835 h 493080"/>
                  <a:gd name="connsiteX7" fmla="*/ 0 w 627555"/>
                  <a:gd name="connsiteY7" fmla="*/ 44839 h 493080"/>
                  <a:gd name="connsiteX8" fmla="*/ 224131 w 627555"/>
                  <a:gd name="connsiteY8" fmla="*/ 44839 h 493080"/>
                  <a:gd name="connsiteX9" fmla="*/ 268949 w 627555"/>
                  <a:gd name="connsiteY9" fmla="*/ 0 h 493080"/>
                  <a:gd name="connsiteX10" fmla="*/ 224131 w 627555"/>
                  <a:gd name="connsiteY10" fmla="*/ 44818 h 493080"/>
                  <a:gd name="connsiteX11" fmla="*/ 268949 w 627555"/>
                  <a:gd name="connsiteY11" fmla="*/ 89636 h 493080"/>
                  <a:gd name="connsiteX12" fmla="*/ 313767 w 627555"/>
                  <a:gd name="connsiteY12" fmla="*/ 44818 h 493080"/>
                  <a:gd name="connsiteX13" fmla="*/ 268949 w 627555"/>
                  <a:gd name="connsiteY13" fmla="*/ 0 h 493080"/>
                  <a:gd name="connsiteX14" fmla="*/ 627556 w 627555"/>
                  <a:gd name="connsiteY14" fmla="*/ 179314 h 493080"/>
                  <a:gd name="connsiteX15" fmla="*/ 493081 w 627555"/>
                  <a:gd name="connsiteY15" fmla="*/ 179314 h 493080"/>
                  <a:gd name="connsiteX16" fmla="*/ 448242 w 627555"/>
                  <a:gd name="connsiteY16" fmla="*/ 134475 h 493080"/>
                  <a:gd name="connsiteX17" fmla="*/ 403424 w 627555"/>
                  <a:gd name="connsiteY17" fmla="*/ 179293 h 493080"/>
                  <a:gd name="connsiteX18" fmla="*/ 448242 w 627555"/>
                  <a:gd name="connsiteY18" fmla="*/ 224111 h 493080"/>
                  <a:gd name="connsiteX19" fmla="*/ 493060 w 627555"/>
                  <a:gd name="connsiteY19" fmla="*/ 179293 h 493080"/>
                  <a:gd name="connsiteX20" fmla="*/ 448242 w 627555"/>
                  <a:gd name="connsiteY20" fmla="*/ 134475 h 493080"/>
                  <a:gd name="connsiteX21" fmla="*/ 119522 w 627555"/>
                  <a:gd name="connsiteY21" fmla="*/ 44839 h 493080"/>
                  <a:gd name="connsiteX22" fmla="*/ 119522 w 627555"/>
                  <a:gd name="connsiteY22" fmla="*/ 149428 h 493080"/>
                  <a:gd name="connsiteX23" fmla="*/ 119522 w 627555"/>
                  <a:gd name="connsiteY23" fmla="*/ 149428 h 493080"/>
                  <a:gd name="connsiteX24" fmla="*/ 74704 w 627555"/>
                  <a:gd name="connsiteY24" fmla="*/ 194246 h 493080"/>
                  <a:gd name="connsiteX25" fmla="*/ 119522 w 627555"/>
                  <a:gd name="connsiteY25" fmla="*/ 239064 h 493080"/>
                  <a:gd name="connsiteX26" fmla="*/ 164339 w 627555"/>
                  <a:gd name="connsiteY26" fmla="*/ 194246 h 493080"/>
                  <a:gd name="connsiteX27" fmla="*/ 119522 w 627555"/>
                  <a:gd name="connsiteY27" fmla="*/ 149428 h 49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27555" h="493080">
                    <a:moveTo>
                      <a:pt x="283882" y="388492"/>
                    </a:moveTo>
                    <a:lnTo>
                      <a:pt x="283882" y="493081"/>
                    </a:lnTo>
                    <a:moveTo>
                      <a:pt x="283882" y="298835"/>
                    </a:moveTo>
                    <a:cubicBezTo>
                      <a:pt x="259119" y="298835"/>
                      <a:pt x="239064" y="318911"/>
                      <a:pt x="239064" y="343653"/>
                    </a:cubicBezTo>
                    <a:cubicBezTo>
                      <a:pt x="239064" y="368395"/>
                      <a:pt x="259140" y="388471"/>
                      <a:pt x="283882" y="388471"/>
                    </a:cubicBezTo>
                    <a:cubicBezTo>
                      <a:pt x="308623" y="388471"/>
                      <a:pt x="328700" y="368395"/>
                      <a:pt x="328700" y="343653"/>
                    </a:cubicBezTo>
                    <a:cubicBezTo>
                      <a:pt x="328700" y="318911"/>
                      <a:pt x="308623" y="298835"/>
                      <a:pt x="283882" y="298835"/>
                    </a:cubicBezTo>
                    <a:close/>
                    <a:moveTo>
                      <a:pt x="0" y="44839"/>
                    </a:moveTo>
                    <a:lnTo>
                      <a:pt x="224131" y="44839"/>
                    </a:lnTo>
                    <a:moveTo>
                      <a:pt x="268949" y="0"/>
                    </a:moveTo>
                    <a:cubicBezTo>
                      <a:pt x="244187" y="0"/>
                      <a:pt x="224131" y="20076"/>
                      <a:pt x="224131" y="44818"/>
                    </a:cubicBezTo>
                    <a:cubicBezTo>
                      <a:pt x="224131" y="69559"/>
                      <a:pt x="244208" y="89636"/>
                      <a:pt x="268949" y="89636"/>
                    </a:cubicBezTo>
                    <a:cubicBezTo>
                      <a:pt x="293691" y="89636"/>
                      <a:pt x="313767" y="69559"/>
                      <a:pt x="313767" y="44818"/>
                    </a:cubicBezTo>
                    <a:cubicBezTo>
                      <a:pt x="313767" y="20076"/>
                      <a:pt x="293691" y="0"/>
                      <a:pt x="268949" y="0"/>
                    </a:cubicBezTo>
                    <a:close/>
                    <a:moveTo>
                      <a:pt x="627556" y="179314"/>
                    </a:moveTo>
                    <a:lnTo>
                      <a:pt x="493081" y="179314"/>
                    </a:lnTo>
                    <a:moveTo>
                      <a:pt x="448242" y="134475"/>
                    </a:moveTo>
                    <a:cubicBezTo>
                      <a:pt x="423480" y="134475"/>
                      <a:pt x="403424" y="154551"/>
                      <a:pt x="403424" y="179293"/>
                    </a:cubicBezTo>
                    <a:cubicBezTo>
                      <a:pt x="403424" y="204034"/>
                      <a:pt x="423501" y="224111"/>
                      <a:pt x="448242" y="224111"/>
                    </a:cubicBezTo>
                    <a:cubicBezTo>
                      <a:pt x="472984" y="224111"/>
                      <a:pt x="493060" y="204034"/>
                      <a:pt x="493060" y="179293"/>
                    </a:cubicBezTo>
                    <a:cubicBezTo>
                      <a:pt x="493060" y="154551"/>
                      <a:pt x="472984" y="134475"/>
                      <a:pt x="448242" y="134475"/>
                    </a:cubicBezTo>
                    <a:close/>
                    <a:moveTo>
                      <a:pt x="119522" y="44839"/>
                    </a:moveTo>
                    <a:lnTo>
                      <a:pt x="119522" y="149428"/>
                    </a:lnTo>
                    <a:moveTo>
                      <a:pt x="119522" y="149428"/>
                    </a:moveTo>
                    <a:cubicBezTo>
                      <a:pt x="94759" y="149428"/>
                      <a:pt x="74704" y="169504"/>
                      <a:pt x="74704" y="194246"/>
                    </a:cubicBezTo>
                    <a:cubicBezTo>
                      <a:pt x="74704" y="218987"/>
                      <a:pt x="94780" y="239064"/>
                      <a:pt x="119522" y="239064"/>
                    </a:cubicBezTo>
                    <a:cubicBezTo>
                      <a:pt x="144263" y="239064"/>
                      <a:pt x="164339" y="218987"/>
                      <a:pt x="164339" y="194246"/>
                    </a:cubicBezTo>
                    <a:cubicBezTo>
                      <a:pt x="164339" y="169504"/>
                      <a:pt x="144263" y="149428"/>
                      <a:pt x="119522" y="149428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0DB3184-2CF2-CCC8-2E3F-7BD722C32250}"/>
              </a:ext>
            </a:extLst>
          </p:cNvPr>
          <p:cNvGrpSpPr/>
          <p:nvPr/>
        </p:nvGrpSpPr>
        <p:grpSpPr>
          <a:xfrm>
            <a:off x="4536440" y="1788486"/>
            <a:ext cx="3200400" cy="4211698"/>
            <a:chOff x="4536440" y="1788486"/>
            <a:chExt cx="3200400" cy="4211698"/>
          </a:xfrm>
          <a:solidFill>
            <a:schemeClr val="tx1"/>
          </a:solidFill>
        </p:grpSpPr>
        <p:sp>
          <p:nvSpPr>
            <p:cNvPr id="74" name="Rounded Rectangle 7">
              <a:extLst>
                <a:ext uri="{FF2B5EF4-FFF2-40B4-BE49-F238E27FC236}">
                  <a16:creationId xmlns:a16="http://schemas.microsoft.com/office/drawing/2014/main" id="{3BC10350-0B48-F3CF-8C46-1EE6C5A937CC}"/>
                </a:ext>
              </a:extLst>
            </p:cNvPr>
            <p:cNvSpPr/>
            <p:nvPr/>
          </p:nvSpPr>
          <p:spPr>
            <a:xfrm>
              <a:off x="4536440" y="1788486"/>
              <a:ext cx="3200400" cy="4211698"/>
            </a:xfrm>
            <a:prstGeom prst="roundRect">
              <a:avLst>
                <a:gd name="adj" fmla="val 6270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75" name="Title 3">
              <a:extLst>
                <a:ext uri="{FF2B5EF4-FFF2-40B4-BE49-F238E27FC236}">
                  <a16:creationId xmlns:a16="http://schemas.microsoft.com/office/drawing/2014/main" id="{84D0F0E3-43FA-3993-0C90-6105CD6DD729}"/>
                </a:ext>
              </a:extLst>
            </p:cNvPr>
            <p:cNvSpPr txBox="1">
              <a:spLocks/>
            </p:cNvSpPr>
            <p:nvPr/>
          </p:nvSpPr>
          <p:spPr>
            <a:xfrm>
              <a:off x="4902200" y="4555795"/>
              <a:ext cx="2468880" cy="75713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vert="horz" wrap="square" lIns="0" tIns="45720" rIns="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 baseline="0">
                  <a:solidFill>
                    <a:schemeClr val="tx2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1pPr>
            </a:lstStyle>
            <a:p>
              <a:pPr algn="ctr"/>
              <a:r>
                <a:rPr lang="en-GB" sz="2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Ability to think iteratively </a:t>
              </a:r>
              <a:endParaRPr lang="en-US" sz="2400" dirty="0">
                <a:gradFill>
                  <a:gsLst>
                    <a:gs pos="0">
                      <a:schemeClr val="accent2"/>
                    </a:gs>
                    <a:gs pos="50000">
                      <a:schemeClr val="accent1"/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CA74820-AE64-4D09-5208-25461EBACD36}"/>
                </a:ext>
              </a:extLst>
            </p:cNvPr>
            <p:cNvCxnSpPr>
              <a:cxnSpLocks/>
            </p:cNvCxnSpPr>
            <p:nvPr/>
          </p:nvCxnSpPr>
          <p:spPr>
            <a:xfrm>
              <a:off x="4983480" y="3894335"/>
              <a:ext cx="2306320" cy="0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</p:cxn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7E04A44-AC7A-FCA7-B1EC-E80ADF839743}"/>
                </a:ext>
              </a:extLst>
            </p:cNvPr>
            <p:cNvGrpSpPr/>
            <p:nvPr/>
          </p:nvGrpSpPr>
          <p:grpSpPr>
            <a:xfrm>
              <a:off x="5618824" y="2372366"/>
              <a:ext cx="1035633" cy="1039872"/>
              <a:chOff x="8901865" y="2533223"/>
              <a:chExt cx="1035633" cy="1039872"/>
            </a:xfrm>
            <a:grpFill/>
          </p:grpSpPr>
          <p:sp>
            <p:nvSpPr>
              <p:cNvPr id="78" name="Freeform 78">
                <a:extLst>
                  <a:ext uri="{FF2B5EF4-FFF2-40B4-BE49-F238E27FC236}">
                    <a16:creationId xmlns:a16="http://schemas.microsoft.com/office/drawing/2014/main" id="{E5900E18-CE74-25C8-043B-EBE25134E326}"/>
                  </a:ext>
                </a:extLst>
              </p:cNvPr>
              <p:cNvSpPr/>
              <p:nvPr/>
            </p:nvSpPr>
            <p:spPr>
              <a:xfrm>
                <a:off x="8901865" y="2533223"/>
                <a:ext cx="1035632" cy="1039872"/>
              </a:xfrm>
              <a:custGeom>
                <a:avLst/>
                <a:gdLst>
                  <a:gd name="connsiteX0" fmla="*/ 1035633 w 1035632"/>
                  <a:gd name="connsiteY0" fmla="*/ 637347 h 1039872"/>
                  <a:gd name="connsiteX1" fmla="*/ 1035610 w 1035632"/>
                  <a:gd name="connsiteY1" fmla="*/ 394269 h 1039872"/>
                  <a:gd name="connsiteX2" fmla="*/ 902846 w 1035632"/>
                  <a:gd name="connsiteY2" fmla="*/ 319055 h 1039872"/>
                  <a:gd name="connsiteX3" fmla="*/ 902846 w 1035632"/>
                  <a:gd name="connsiteY3" fmla="*/ 153202 h 1039872"/>
                  <a:gd name="connsiteX4" fmla="*/ 651286 w 1035632"/>
                  <a:gd name="connsiteY4" fmla="*/ 46 h 1039872"/>
                  <a:gd name="connsiteX5" fmla="*/ 517805 w 1035632"/>
                  <a:gd name="connsiteY5" fmla="*/ 79816 h 1039872"/>
                  <a:gd name="connsiteX6" fmla="*/ 517828 w 1035632"/>
                  <a:gd name="connsiteY6" fmla="*/ 79770 h 1039872"/>
                  <a:gd name="connsiteX7" fmla="*/ 384347 w 1035632"/>
                  <a:gd name="connsiteY7" fmla="*/ 0 h 1039872"/>
                  <a:gd name="connsiteX8" fmla="*/ 132787 w 1035632"/>
                  <a:gd name="connsiteY8" fmla="*/ 153156 h 1039872"/>
                  <a:gd name="connsiteX9" fmla="*/ 132763 w 1035632"/>
                  <a:gd name="connsiteY9" fmla="*/ 319009 h 1039872"/>
                  <a:gd name="connsiteX10" fmla="*/ 0 w 1035632"/>
                  <a:gd name="connsiteY10" fmla="*/ 394222 h 1039872"/>
                  <a:gd name="connsiteX11" fmla="*/ 0 w 1035632"/>
                  <a:gd name="connsiteY11" fmla="*/ 519717 h 1039872"/>
                  <a:gd name="connsiteX12" fmla="*/ 23 w 1035632"/>
                  <a:gd name="connsiteY12" fmla="*/ 646483 h 1039872"/>
                  <a:gd name="connsiteX13" fmla="*/ 132787 w 1035632"/>
                  <a:gd name="connsiteY13" fmla="*/ 719407 h 1039872"/>
                  <a:gd name="connsiteX14" fmla="*/ 132763 w 1035632"/>
                  <a:gd name="connsiteY14" fmla="*/ 886139 h 1039872"/>
                  <a:gd name="connsiteX15" fmla="*/ 393032 w 1035632"/>
                  <a:gd name="connsiteY15" fmla="*/ 1039827 h 1039872"/>
                  <a:gd name="connsiteX16" fmla="*/ 509559 w 1035632"/>
                  <a:gd name="connsiteY16" fmla="*/ 970604 h 1039872"/>
                  <a:gd name="connsiteX17" fmla="*/ 629283 w 1035632"/>
                  <a:gd name="connsiteY17" fmla="*/ 1039873 h 1039872"/>
                  <a:gd name="connsiteX18" fmla="*/ 889575 w 1035632"/>
                  <a:gd name="connsiteY18" fmla="*/ 886185 h 1039872"/>
                  <a:gd name="connsiteX19" fmla="*/ 889575 w 1035632"/>
                  <a:gd name="connsiteY19" fmla="*/ 719453 h 1039872"/>
                  <a:gd name="connsiteX20" fmla="*/ 1035633 w 1035632"/>
                  <a:gd name="connsiteY20" fmla="*/ 637347 h 1039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035632" h="1039872">
                    <a:moveTo>
                      <a:pt x="1035633" y="637347"/>
                    </a:moveTo>
                    <a:lnTo>
                      <a:pt x="1035610" y="394269"/>
                    </a:lnTo>
                    <a:lnTo>
                      <a:pt x="902846" y="319055"/>
                    </a:lnTo>
                    <a:lnTo>
                      <a:pt x="902846" y="153202"/>
                    </a:lnTo>
                    <a:lnTo>
                      <a:pt x="651286" y="46"/>
                    </a:lnTo>
                    <a:lnTo>
                      <a:pt x="517805" y="79816"/>
                    </a:lnTo>
                    <a:lnTo>
                      <a:pt x="517828" y="79770"/>
                    </a:lnTo>
                    <a:lnTo>
                      <a:pt x="384347" y="0"/>
                    </a:lnTo>
                    <a:lnTo>
                      <a:pt x="132787" y="153156"/>
                    </a:lnTo>
                    <a:lnTo>
                      <a:pt x="132763" y="319009"/>
                    </a:lnTo>
                    <a:lnTo>
                      <a:pt x="0" y="394222"/>
                    </a:lnTo>
                    <a:lnTo>
                      <a:pt x="0" y="519717"/>
                    </a:lnTo>
                    <a:lnTo>
                      <a:pt x="23" y="646483"/>
                    </a:lnTo>
                    <a:lnTo>
                      <a:pt x="132787" y="719407"/>
                    </a:lnTo>
                    <a:lnTo>
                      <a:pt x="132763" y="886139"/>
                    </a:lnTo>
                    <a:lnTo>
                      <a:pt x="393032" y="1039827"/>
                    </a:lnTo>
                    <a:lnTo>
                      <a:pt x="509559" y="970604"/>
                    </a:lnTo>
                    <a:lnTo>
                      <a:pt x="629283" y="1039873"/>
                    </a:lnTo>
                    <a:lnTo>
                      <a:pt x="889575" y="886185"/>
                    </a:lnTo>
                    <a:lnTo>
                      <a:pt x="889575" y="719453"/>
                    </a:lnTo>
                    <a:lnTo>
                      <a:pt x="1035633" y="637347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 79">
                <a:extLst>
                  <a:ext uri="{FF2B5EF4-FFF2-40B4-BE49-F238E27FC236}">
                    <a16:creationId xmlns:a16="http://schemas.microsoft.com/office/drawing/2014/main" id="{861EF82A-11BA-105D-D623-25DFC5FE3596}"/>
                  </a:ext>
                </a:extLst>
              </p:cNvPr>
              <p:cNvSpPr/>
              <p:nvPr/>
            </p:nvSpPr>
            <p:spPr>
              <a:xfrm>
                <a:off x="9034652" y="2604898"/>
                <a:ext cx="902846" cy="950134"/>
              </a:xfrm>
              <a:custGeom>
                <a:avLst/>
                <a:gdLst>
                  <a:gd name="connsiteX0" fmla="*/ 199145 w 902846"/>
                  <a:gd name="connsiteY0" fmla="*/ 795476 h 950134"/>
                  <a:gd name="connsiteX1" fmla="*/ 0 w 902846"/>
                  <a:gd name="connsiteY1" fmla="*/ 795476 h 950134"/>
                  <a:gd name="connsiteX2" fmla="*/ 172602 w 902846"/>
                  <a:gd name="connsiteY2" fmla="*/ 159100 h 950134"/>
                  <a:gd name="connsiteX3" fmla="*/ 1343 w 902846"/>
                  <a:gd name="connsiteY3" fmla="*/ 159100 h 950134"/>
                  <a:gd name="connsiteX4" fmla="*/ 79653 w 902846"/>
                  <a:gd name="connsiteY4" fmla="*/ 318176 h 950134"/>
                  <a:gd name="connsiteX5" fmla="*/ 79653 w 902846"/>
                  <a:gd name="connsiteY5" fmla="*/ 159077 h 950134"/>
                  <a:gd name="connsiteX6" fmla="*/ 385018 w 902846"/>
                  <a:gd name="connsiteY6" fmla="*/ 906168 h 950134"/>
                  <a:gd name="connsiteX7" fmla="*/ 385018 w 902846"/>
                  <a:gd name="connsiteY7" fmla="*/ 0 h 950134"/>
                  <a:gd name="connsiteX8" fmla="*/ 386385 w 902846"/>
                  <a:gd name="connsiteY8" fmla="*/ 331452 h 950134"/>
                  <a:gd name="connsiteX9" fmla="*/ 212417 w 902846"/>
                  <a:gd name="connsiteY9" fmla="*/ 331452 h 950134"/>
                  <a:gd name="connsiteX10" fmla="*/ 212417 w 902846"/>
                  <a:gd name="connsiteY10" fmla="*/ 530009 h 950134"/>
                  <a:gd name="connsiteX11" fmla="*/ 902846 w 902846"/>
                  <a:gd name="connsiteY11" fmla="*/ 437519 h 950134"/>
                  <a:gd name="connsiteX12" fmla="*/ 650568 w 902846"/>
                  <a:gd name="connsiteY12" fmla="*/ 437519 h 950134"/>
                  <a:gd name="connsiteX13" fmla="*/ 650568 w 902846"/>
                  <a:gd name="connsiteY13" fmla="*/ 583366 h 950134"/>
                  <a:gd name="connsiteX14" fmla="*/ 557620 w 902846"/>
                  <a:gd name="connsiteY14" fmla="*/ 583366 h 950134"/>
                  <a:gd name="connsiteX15" fmla="*/ 610753 w 902846"/>
                  <a:gd name="connsiteY15" fmla="*/ 755695 h 950134"/>
                  <a:gd name="connsiteX16" fmla="*/ 531100 w 902846"/>
                  <a:gd name="connsiteY16" fmla="*/ 755695 h 950134"/>
                  <a:gd name="connsiteX17" fmla="*/ 531100 w 902846"/>
                  <a:gd name="connsiteY17" fmla="*/ 950135 h 950134"/>
                  <a:gd name="connsiteX18" fmla="*/ 205792 w 902846"/>
                  <a:gd name="connsiteY18" fmla="*/ 119319 h 950134"/>
                  <a:gd name="connsiteX19" fmla="*/ 159330 w 902846"/>
                  <a:gd name="connsiteY19" fmla="*/ 165714 h 950134"/>
                  <a:gd name="connsiteX20" fmla="*/ 205792 w 902846"/>
                  <a:gd name="connsiteY20" fmla="*/ 212110 h 950134"/>
                  <a:gd name="connsiteX21" fmla="*/ 252255 w 902846"/>
                  <a:gd name="connsiteY21" fmla="*/ 165714 h 950134"/>
                  <a:gd name="connsiteX22" fmla="*/ 205792 w 902846"/>
                  <a:gd name="connsiteY22" fmla="*/ 119319 h 950134"/>
                  <a:gd name="connsiteX23" fmla="*/ 73006 w 902846"/>
                  <a:gd name="connsiteY23" fmla="*/ 318176 h 950134"/>
                  <a:gd name="connsiteX24" fmla="*/ 26543 w 902846"/>
                  <a:gd name="connsiteY24" fmla="*/ 364572 h 950134"/>
                  <a:gd name="connsiteX25" fmla="*/ 73006 w 902846"/>
                  <a:gd name="connsiteY25" fmla="*/ 410967 h 950134"/>
                  <a:gd name="connsiteX26" fmla="*/ 119468 w 902846"/>
                  <a:gd name="connsiteY26" fmla="*/ 364572 h 950134"/>
                  <a:gd name="connsiteX27" fmla="*/ 73006 w 902846"/>
                  <a:gd name="connsiteY27" fmla="*/ 318176 h 950134"/>
                  <a:gd name="connsiteX28" fmla="*/ 219064 w 902846"/>
                  <a:gd name="connsiteY28" fmla="*/ 530310 h 950134"/>
                  <a:gd name="connsiteX29" fmla="*/ 172602 w 902846"/>
                  <a:gd name="connsiteY29" fmla="*/ 576705 h 950134"/>
                  <a:gd name="connsiteX30" fmla="*/ 219064 w 902846"/>
                  <a:gd name="connsiteY30" fmla="*/ 623100 h 950134"/>
                  <a:gd name="connsiteX31" fmla="*/ 265527 w 902846"/>
                  <a:gd name="connsiteY31" fmla="*/ 576705 h 950134"/>
                  <a:gd name="connsiteX32" fmla="*/ 219064 w 902846"/>
                  <a:gd name="connsiteY32" fmla="*/ 530310 h 950134"/>
                  <a:gd name="connsiteX33" fmla="*/ 245608 w 902846"/>
                  <a:gd name="connsiteY33" fmla="*/ 742443 h 950134"/>
                  <a:gd name="connsiteX34" fmla="*/ 199145 w 902846"/>
                  <a:gd name="connsiteY34" fmla="*/ 788838 h 950134"/>
                  <a:gd name="connsiteX35" fmla="*/ 245608 w 902846"/>
                  <a:gd name="connsiteY35" fmla="*/ 835233 h 950134"/>
                  <a:gd name="connsiteX36" fmla="*/ 292070 w 902846"/>
                  <a:gd name="connsiteY36" fmla="*/ 788838 h 950134"/>
                  <a:gd name="connsiteX37" fmla="*/ 245608 w 902846"/>
                  <a:gd name="connsiteY37" fmla="*/ 742443 h 950134"/>
                  <a:gd name="connsiteX38" fmla="*/ 511157 w 902846"/>
                  <a:gd name="connsiteY38" fmla="*/ 543562 h 950134"/>
                  <a:gd name="connsiteX39" fmla="*/ 464695 w 902846"/>
                  <a:gd name="connsiteY39" fmla="*/ 589957 h 950134"/>
                  <a:gd name="connsiteX40" fmla="*/ 511157 w 902846"/>
                  <a:gd name="connsiteY40" fmla="*/ 636353 h 950134"/>
                  <a:gd name="connsiteX41" fmla="*/ 557620 w 902846"/>
                  <a:gd name="connsiteY41" fmla="*/ 589957 h 950134"/>
                  <a:gd name="connsiteX42" fmla="*/ 511157 w 902846"/>
                  <a:gd name="connsiteY42" fmla="*/ 543562 h 950134"/>
                  <a:gd name="connsiteX43" fmla="*/ 657216 w 902846"/>
                  <a:gd name="connsiteY43" fmla="*/ 702662 h 950134"/>
                  <a:gd name="connsiteX44" fmla="*/ 610753 w 902846"/>
                  <a:gd name="connsiteY44" fmla="*/ 749057 h 950134"/>
                  <a:gd name="connsiteX45" fmla="*/ 657216 w 902846"/>
                  <a:gd name="connsiteY45" fmla="*/ 795453 h 950134"/>
                  <a:gd name="connsiteX46" fmla="*/ 703678 w 902846"/>
                  <a:gd name="connsiteY46" fmla="*/ 749057 h 950134"/>
                  <a:gd name="connsiteX47" fmla="*/ 657216 w 902846"/>
                  <a:gd name="connsiteY47" fmla="*/ 702662 h 950134"/>
                  <a:gd name="connsiteX48" fmla="*/ 385018 w 902846"/>
                  <a:gd name="connsiteY48" fmla="*/ 225386 h 950134"/>
                  <a:gd name="connsiteX49" fmla="*/ 610730 w 902846"/>
                  <a:gd name="connsiteY49" fmla="*/ 225386 h 950134"/>
                  <a:gd name="connsiteX50" fmla="*/ 610730 w 902846"/>
                  <a:gd name="connsiteY50" fmla="*/ 172352 h 950134"/>
                  <a:gd name="connsiteX51" fmla="*/ 504533 w 902846"/>
                  <a:gd name="connsiteY51" fmla="*/ 318176 h 950134"/>
                  <a:gd name="connsiteX52" fmla="*/ 504533 w 902846"/>
                  <a:gd name="connsiteY52" fmla="*/ 225362 h 950134"/>
                  <a:gd name="connsiteX53" fmla="*/ 497886 w 902846"/>
                  <a:gd name="connsiteY53" fmla="*/ 318176 h 950134"/>
                  <a:gd name="connsiteX54" fmla="*/ 451423 w 902846"/>
                  <a:gd name="connsiteY54" fmla="*/ 364572 h 950134"/>
                  <a:gd name="connsiteX55" fmla="*/ 497886 w 902846"/>
                  <a:gd name="connsiteY55" fmla="*/ 410967 h 950134"/>
                  <a:gd name="connsiteX56" fmla="*/ 544348 w 902846"/>
                  <a:gd name="connsiteY56" fmla="*/ 364572 h 950134"/>
                  <a:gd name="connsiteX57" fmla="*/ 497886 w 902846"/>
                  <a:gd name="connsiteY57" fmla="*/ 318176 h 950134"/>
                  <a:gd name="connsiteX58" fmla="*/ 604106 w 902846"/>
                  <a:gd name="connsiteY58" fmla="*/ 79538 h 950134"/>
                  <a:gd name="connsiteX59" fmla="*/ 557643 w 902846"/>
                  <a:gd name="connsiteY59" fmla="*/ 125934 h 950134"/>
                  <a:gd name="connsiteX60" fmla="*/ 604106 w 902846"/>
                  <a:gd name="connsiteY60" fmla="*/ 172329 h 950134"/>
                  <a:gd name="connsiteX61" fmla="*/ 650568 w 902846"/>
                  <a:gd name="connsiteY61" fmla="*/ 125934 h 950134"/>
                  <a:gd name="connsiteX62" fmla="*/ 604106 w 902846"/>
                  <a:gd name="connsiteY62" fmla="*/ 79538 h 950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902846" h="950134">
                    <a:moveTo>
                      <a:pt x="199145" y="795476"/>
                    </a:moveTo>
                    <a:lnTo>
                      <a:pt x="0" y="795476"/>
                    </a:lnTo>
                    <a:moveTo>
                      <a:pt x="172602" y="159100"/>
                    </a:moveTo>
                    <a:lnTo>
                      <a:pt x="1343" y="159100"/>
                    </a:lnTo>
                    <a:moveTo>
                      <a:pt x="79653" y="318176"/>
                    </a:moveTo>
                    <a:lnTo>
                      <a:pt x="79653" y="159077"/>
                    </a:lnTo>
                    <a:moveTo>
                      <a:pt x="385018" y="906168"/>
                    </a:moveTo>
                    <a:lnTo>
                      <a:pt x="385018" y="0"/>
                    </a:lnTo>
                    <a:moveTo>
                      <a:pt x="386385" y="331452"/>
                    </a:moveTo>
                    <a:lnTo>
                      <a:pt x="212417" y="331452"/>
                    </a:lnTo>
                    <a:lnTo>
                      <a:pt x="212417" y="530009"/>
                    </a:lnTo>
                    <a:moveTo>
                      <a:pt x="902846" y="437519"/>
                    </a:moveTo>
                    <a:lnTo>
                      <a:pt x="650568" y="437519"/>
                    </a:lnTo>
                    <a:lnTo>
                      <a:pt x="650568" y="583366"/>
                    </a:lnTo>
                    <a:lnTo>
                      <a:pt x="557620" y="583366"/>
                    </a:lnTo>
                    <a:moveTo>
                      <a:pt x="610753" y="755695"/>
                    </a:moveTo>
                    <a:lnTo>
                      <a:pt x="531100" y="755695"/>
                    </a:lnTo>
                    <a:lnTo>
                      <a:pt x="531100" y="950135"/>
                    </a:lnTo>
                    <a:moveTo>
                      <a:pt x="205792" y="119319"/>
                    </a:moveTo>
                    <a:cubicBezTo>
                      <a:pt x="180129" y="119319"/>
                      <a:pt x="159330" y="140088"/>
                      <a:pt x="159330" y="165714"/>
                    </a:cubicBezTo>
                    <a:cubicBezTo>
                      <a:pt x="159330" y="191341"/>
                      <a:pt x="180129" y="212110"/>
                      <a:pt x="205792" y="212110"/>
                    </a:cubicBezTo>
                    <a:cubicBezTo>
                      <a:pt x="231456" y="212110"/>
                      <a:pt x="252255" y="191341"/>
                      <a:pt x="252255" y="165714"/>
                    </a:cubicBezTo>
                    <a:cubicBezTo>
                      <a:pt x="252255" y="140088"/>
                      <a:pt x="231456" y="119319"/>
                      <a:pt x="205792" y="119319"/>
                    </a:cubicBezTo>
                    <a:close/>
                    <a:moveTo>
                      <a:pt x="73006" y="318176"/>
                    </a:moveTo>
                    <a:cubicBezTo>
                      <a:pt x="47343" y="318176"/>
                      <a:pt x="26543" y="338946"/>
                      <a:pt x="26543" y="364572"/>
                    </a:cubicBezTo>
                    <a:cubicBezTo>
                      <a:pt x="26543" y="390198"/>
                      <a:pt x="47343" y="410967"/>
                      <a:pt x="73006" y="410967"/>
                    </a:cubicBezTo>
                    <a:cubicBezTo>
                      <a:pt x="98669" y="410967"/>
                      <a:pt x="119468" y="390198"/>
                      <a:pt x="119468" y="364572"/>
                    </a:cubicBezTo>
                    <a:cubicBezTo>
                      <a:pt x="119468" y="338946"/>
                      <a:pt x="98669" y="318176"/>
                      <a:pt x="73006" y="318176"/>
                    </a:cubicBezTo>
                    <a:close/>
                    <a:moveTo>
                      <a:pt x="219064" y="530310"/>
                    </a:moveTo>
                    <a:cubicBezTo>
                      <a:pt x="193401" y="530310"/>
                      <a:pt x="172602" y="551079"/>
                      <a:pt x="172602" y="576705"/>
                    </a:cubicBezTo>
                    <a:cubicBezTo>
                      <a:pt x="172602" y="602331"/>
                      <a:pt x="193401" y="623100"/>
                      <a:pt x="219064" y="623100"/>
                    </a:cubicBezTo>
                    <a:cubicBezTo>
                      <a:pt x="244727" y="623100"/>
                      <a:pt x="265527" y="602331"/>
                      <a:pt x="265527" y="576705"/>
                    </a:cubicBezTo>
                    <a:cubicBezTo>
                      <a:pt x="265527" y="551079"/>
                      <a:pt x="244727" y="530310"/>
                      <a:pt x="219064" y="530310"/>
                    </a:cubicBezTo>
                    <a:close/>
                    <a:moveTo>
                      <a:pt x="245608" y="742443"/>
                    </a:moveTo>
                    <a:cubicBezTo>
                      <a:pt x="219944" y="742443"/>
                      <a:pt x="199145" y="763212"/>
                      <a:pt x="199145" y="788838"/>
                    </a:cubicBezTo>
                    <a:cubicBezTo>
                      <a:pt x="199145" y="814464"/>
                      <a:pt x="219944" y="835233"/>
                      <a:pt x="245608" y="835233"/>
                    </a:cubicBezTo>
                    <a:cubicBezTo>
                      <a:pt x="271271" y="835233"/>
                      <a:pt x="292070" y="814464"/>
                      <a:pt x="292070" y="788838"/>
                    </a:cubicBezTo>
                    <a:cubicBezTo>
                      <a:pt x="292070" y="763212"/>
                      <a:pt x="271271" y="742443"/>
                      <a:pt x="245608" y="742443"/>
                    </a:cubicBezTo>
                    <a:close/>
                    <a:moveTo>
                      <a:pt x="511157" y="543562"/>
                    </a:moveTo>
                    <a:cubicBezTo>
                      <a:pt x="485494" y="543562"/>
                      <a:pt x="464695" y="564331"/>
                      <a:pt x="464695" y="589957"/>
                    </a:cubicBezTo>
                    <a:cubicBezTo>
                      <a:pt x="464695" y="615584"/>
                      <a:pt x="485494" y="636353"/>
                      <a:pt x="511157" y="636353"/>
                    </a:cubicBezTo>
                    <a:cubicBezTo>
                      <a:pt x="536821" y="636353"/>
                      <a:pt x="557620" y="615584"/>
                      <a:pt x="557620" y="589957"/>
                    </a:cubicBezTo>
                    <a:cubicBezTo>
                      <a:pt x="557620" y="564331"/>
                      <a:pt x="536821" y="543562"/>
                      <a:pt x="511157" y="543562"/>
                    </a:cubicBezTo>
                    <a:close/>
                    <a:moveTo>
                      <a:pt x="657216" y="702662"/>
                    </a:moveTo>
                    <a:cubicBezTo>
                      <a:pt x="631552" y="702662"/>
                      <a:pt x="610753" y="723431"/>
                      <a:pt x="610753" y="749057"/>
                    </a:cubicBezTo>
                    <a:cubicBezTo>
                      <a:pt x="610753" y="774683"/>
                      <a:pt x="631552" y="795453"/>
                      <a:pt x="657216" y="795453"/>
                    </a:cubicBezTo>
                    <a:cubicBezTo>
                      <a:pt x="682879" y="795453"/>
                      <a:pt x="703678" y="774683"/>
                      <a:pt x="703678" y="749057"/>
                    </a:cubicBezTo>
                    <a:cubicBezTo>
                      <a:pt x="703678" y="723431"/>
                      <a:pt x="682879" y="702662"/>
                      <a:pt x="657216" y="702662"/>
                    </a:cubicBezTo>
                    <a:close/>
                    <a:moveTo>
                      <a:pt x="385018" y="225386"/>
                    </a:moveTo>
                    <a:lnTo>
                      <a:pt x="610730" y="225386"/>
                    </a:lnTo>
                    <a:lnTo>
                      <a:pt x="610730" y="172352"/>
                    </a:lnTo>
                    <a:moveTo>
                      <a:pt x="504533" y="318176"/>
                    </a:moveTo>
                    <a:lnTo>
                      <a:pt x="504533" y="225362"/>
                    </a:lnTo>
                    <a:moveTo>
                      <a:pt x="497886" y="318176"/>
                    </a:moveTo>
                    <a:cubicBezTo>
                      <a:pt x="472223" y="318176"/>
                      <a:pt x="451423" y="338946"/>
                      <a:pt x="451423" y="364572"/>
                    </a:cubicBezTo>
                    <a:cubicBezTo>
                      <a:pt x="451423" y="390198"/>
                      <a:pt x="472223" y="410967"/>
                      <a:pt x="497886" y="410967"/>
                    </a:cubicBezTo>
                    <a:cubicBezTo>
                      <a:pt x="523549" y="410967"/>
                      <a:pt x="544348" y="390198"/>
                      <a:pt x="544348" y="364572"/>
                    </a:cubicBezTo>
                    <a:cubicBezTo>
                      <a:pt x="544348" y="338946"/>
                      <a:pt x="523549" y="318176"/>
                      <a:pt x="497886" y="318176"/>
                    </a:cubicBezTo>
                    <a:close/>
                    <a:moveTo>
                      <a:pt x="604106" y="79538"/>
                    </a:moveTo>
                    <a:cubicBezTo>
                      <a:pt x="578442" y="79538"/>
                      <a:pt x="557643" y="100308"/>
                      <a:pt x="557643" y="125934"/>
                    </a:cubicBezTo>
                    <a:cubicBezTo>
                      <a:pt x="557643" y="151560"/>
                      <a:pt x="578442" y="172329"/>
                      <a:pt x="604106" y="172329"/>
                    </a:cubicBezTo>
                    <a:cubicBezTo>
                      <a:pt x="629769" y="172329"/>
                      <a:pt x="650568" y="151560"/>
                      <a:pt x="650568" y="125934"/>
                    </a:cubicBezTo>
                    <a:cubicBezTo>
                      <a:pt x="650568" y="100308"/>
                      <a:pt x="629769" y="79538"/>
                      <a:pt x="604106" y="79538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3544F7A-948E-EFBF-C83F-058E56E19BC4}"/>
              </a:ext>
            </a:extLst>
          </p:cNvPr>
          <p:cNvSpPr>
            <a:spLocks/>
          </p:cNvSpPr>
          <p:nvPr/>
        </p:nvSpPr>
        <p:spPr>
          <a:xfrm>
            <a:off x="9609731" y="2530352"/>
            <a:ext cx="723900" cy="723900"/>
          </a:xfrm>
          <a:custGeom>
            <a:avLst/>
            <a:gdLst>
              <a:gd name="connsiteX0" fmla="*/ 361950 w 723900"/>
              <a:gd name="connsiteY0" fmla="*/ 0 h 723900"/>
              <a:gd name="connsiteX1" fmla="*/ 0 w 723900"/>
              <a:gd name="connsiteY1" fmla="*/ 361950 h 723900"/>
              <a:gd name="connsiteX2" fmla="*/ 361950 w 723900"/>
              <a:gd name="connsiteY2" fmla="*/ 723900 h 723900"/>
              <a:gd name="connsiteX3" fmla="*/ 723900 w 723900"/>
              <a:gd name="connsiteY3" fmla="*/ 361950 h 723900"/>
              <a:gd name="connsiteX4" fmla="*/ 361950 w 723900"/>
              <a:gd name="connsiteY4" fmla="*/ 0 h 723900"/>
              <a:gd name="connsiteX5" fmla="*/ 38100 w 723900"/>
              <a:gd name="connsiteY5" fmla="*/ 361950 h 723900"/>
              <a:gd name="connsiteX6" fmla="*/ 123825 w 723900"/>
              <a:gd name="connsiteY6" fmla="*/ 142875 h 723900"/>
              <a:gd name="connsiteX7" fmla="*/ 142875 w 723900"/>
              <a:gd name="connsiteY7" fmla="*/ 161925 h 723900"/>
              <a:gd name="connsiteX8" fmla="*/ 142875 w 723900"/>
              <a:gd name="connsiteY8" fmla="*/ 221933 h 723900"/>
              <a:gd name="connsiteX9" fmla="*/ 146685 w 723900"/>
              <a:gd name="connsiteY9" fmla="*/ 233363 h 723900"/>
              <a:gd name="connsiteX10" fmla="*/ 209550 w 723900"/>
              <a:gd name="connsiteY10" fmla="*/ 314325 h 723900"/>
              <a:gd name="connsiteX11" fmla="*/ 214313 w 723900"/>
              <a:gd name="connsiteY11" fmla="*/ 309563 h 723900"/>
              <a:gd name="connsiteX12" fmla="*/ 216218 w 723900"/>
              <a:gd name="connsiteY12" fmla="*/ 298133 h 723900"/>
              <a:gd name="connsiteX13" fmla="*/ 204788 w 723900"/>
              <a:gd name="connsiteY13" fmla="*/ 279083 h 723900"/>
              <a:gd name="connsiteX14" fmla="*/ 216218 w 723900"/>
              <a:gd name="connsiteY14" fmla="*/ 264795 h 723900"/>
              <a:gd name="connsiteX15" fmla="*/ 221933 w 723900"/>
              <a:gd name="connsiteY15" fmla="*/ 269558 h 723900"/>
              <a:gd name="connsiteX16" fmla="*/ 253365 w 723900"/>
              <a:gd name="connsiteY16" fmla="*/ 331470 h 723900"/>
              <a:gd name="connsiteX17" fmla="*/ 269558 w 723900"/>
              <a:gd name="connsiteY17" fmla="*/ 345758 h 723900"/>
              <a:gd name="connsiteX18" fmla="*/ 311468 w 723900"/>
              <a:gd name="connsiteY18" fmla="*/ 360045 h 723900"/>
              <a:gd name="connsiteX19" fmla="*/ 317183 w 723900"/>
              <a:gd name="connsiteY19" fmla="*/ 364808 h 723900"/>
              <a:gd name="connsiteX20" fmla="*/ 320040 w 723900"/>
              <a:gd name="connsiteY20" fmla="*/ 369570 h 723900"/>
              <a:gd name="connsiteX21" fmla="*/ 337185 w 723900"/>
              <a:gd name="connsiteY21" fmla="*/ 380048 h 723900"/>
              <a:gd name="connsiteX22" fmla="*/ 348615 w 723900"/>
              <a:gd name="connsiteY22" fmla="*/ 380048 h 723900"/>
              <a:gd name="connsiteX23" fmla="*/ 356235 w 723900"/>
              <a:gd name="connsiteY23" fmla="*/ 383858 h 723900"/>
              <a:gd name="connsiteX24" fmla="*/ 368618 w 723900"/>
              <a:gd name="connsiteY24" fmla="*/ 401955 h 723900"/>
              <a:gd name="connsiteX25" fmla="*/ 380048 w 723900"/>
              <a:gd name="connsiteY25" fmla="*/ 409575 h 723900"/>
              <a:gd name="connsiteX26" fmla="*/ 400050 w 723900"/>
              <a:gd name="connsiteY26" fmla="*/ 414338 h 723900"/>
              <a:gd name="connsiteX27" fmla="*/ 406718 w 723900"/>
              <a:gd name="connsiteY27" fmla="*/ 426720 h 723900"/>
              <a:gd name="connsiteX28" fmla="*/ 391478 w 723900"/>
              <a:gd name="connsiteY28" fmla="*/ 463868 h 723900"/>
              <a:gd name="connsiteX29" fmla="*/ 448628 w 723900"/>
              <a:gd name="connsiteY29" fmla="*/ 559118 h 723900"/>
              <a:gd name="connsiteX30" fmla="*/ 440055 w 723900"/>
              <a:gd name="connsiteY30" fmla="*/ 673418 h 723900"/>
              <a:gd name="connsiteX31" fmla="*/ 362903 w 723900"/>
              <a:gd name="connsiteY31" fmla="*/ 682943 h 723900"/>
              <a:gd name="connsiteX32" fmla="*/ 38100 w 723900"/>
              <a:gd name="connsiteY32" fmla="*/ 361950 h 723900"/>
              <a:gd name="connsiteX33" fmla="*/ 483870 w 723900"/>
              <a:gd name="connsiteY33" fmla="*/ 661988 h 723900"/>
              <a:gd name="connsiteX34" fmla="*/ 552450 w 723900"/>
              <a:gd name="connsiteY34" fmla="*/ 600075 h 723900"/>
              <a:gd name="connsiteX35" fmla="*/ 571500 w 723900"/>
              <a:gd name="connsiteY35" fmla="*/ 552450 h 723900"/>
              <a:gd name="connsiteX36" fmla="*/ 638175 w 723900"/>
              <a:gd name="connsiteY36" fmla="*/ 485775 h 723900"/>
              <a:gd name="connsiteX37" fmla="*/ 571500 w 723900"/>
              <a:gd name="connsiteY37" fmla="*/ 438150 h 723900"/>
              <a:gd name="connsiteX38" fmla="*/ 457200 w 723900"/>
              <a:gd name="connsiteY38" fmla="*/ 381000 h 723900"/>
              <a:gd name="connsiteX39" fmla="*/ 409575 w 723900"/>
              <a:gd name="connsiteY39" fmla="*/ 400050 h 723900"/>
              <a:gd name="connsiteX40" fmla="*/ 390525 w 723900"/>
              <a:gd name="connsiteY40" fmla="*/ 390525 h 723900"/>
              <a:gd name="connsiteX41" fmla="*/ 390525 w 723900"/>
              <a:gd name="connsiteY41" fmla="*/ 361950 h 723900"/>
              <a:gd name="connsiteX42" fmla="*/ 381000 w 723900"/>
              <a:gd name="connsiteY42" fmla="*/ 352425 h 723900"/>
              <a:gd name="connsiteX43" fmla="*/ 361950 w 723900"/>
              <a:gd name="connsiteY43" fmla="*/ 352425 h 723900"/>
              <a:gd name="connsiteX44" fmla="*/ 361950 w 723900"/>
              <a:gd name="connsiteY44" fmla="*/ 323850 h 723900"/>
              <a:gd name="connsiteX45" fmla="*/ 352425 w 723900"/>
              <a:gd name="connsiteY45" fmla="*/ 314325 h 723900"/>
              <a:gd name="connsiteX46" fmla="*/ 342900 w 723900"/>
              <a:gd name="connsiteY46" fmla="*/ 314325 h 723900"/>
              <a:gd name="connsiteX47" fmla="*/ 332423 w 723900"/>
              <a:gd name="connsiteY47" fmla="*/ 320993 h 723900"/>
              <a:gd name="connsiteX48" fmla="*/ 304800 w 723900"/>
              <a:gd name="connsiteY48" fmla="*/ 313373 h 723900"/>
              <a:gd name="connsiteX49" fmla="*/ 295275 w 723900"/>
              <a:gd name="connsiteY49" fmla="*/ 294323 h 723900"/>
              <a:gd name="connsiteX50" fmla="*/ 342900 w 723900"/>
              <a:gd name="connsiteY50" fmla="*/ 256223 h 723900"/>
              <a:gd name="connsiteX51" fmla="*/ 363855 w 723900"/>
              <a:gd name="connsiteY51" fmla="*/ 256223 h 723900"/>
              <a:gd name="connsiteX52" fmla="*/ 373380 w 723900"/>
              <a:gd name="connsiteY52" fmla="*/ 263843 h 723900"/>
              <a:gd name="connsiteX53" fmla="*/ 379095 w 723900"/>
              <a:gd name="connsiteY53" fmla="*/ 287655 h 723900"/>
              <a:gd name="connsiteX54" fmla="*/ 388620 w 723900"/>
              <a:gd name="connsiteY54" fmla="*/ 295275 h 723900"/>
              <a:gd name="connsiteX55" fmla="*/ 392430 w 723900"/>
              <a:gd name="connsiteY55" fmla="*/ 295275 h 723900"/>
              <a:gd name="connsiteX56" fmla="*/ 401955 w 723900"/>
              <a:gd name="connsiteY56" fmla="*/ 287655 h 723900"/>
              <a:gd name="connsiteX57" fmla="*/ 408623 w 723900"/>
              <a:gd name="connsiteY57" fmla="*/ 252413 h 723900"/>
              <a:gd name="connsiteX58" fmla="*/ 412433 w 723900"/>
              <a:gd name="connsiteY58" fmla="*/ 243840 h 723900"/>
              <a:gd name="connsiteX59" fmla="*/ 439103 w 723900"/>
              <a:gd name="connsiteY59" fmla="*/ 210502 h 723900"/>
              <a:gd name="connsiteX60" fmla="*/ 461010 w 723900"/>
              <a:gd name="connsiteY60" fmla="*/ 200025 h 723900"/>
              <a:gd name="connsiteX61" fmla="*/ 485775 w 723900"/>
              <a:gd name="connsiteY61" fmla="*/ 200025 h 723900"/>
              <a:gd name="connsiteX62" fmla="*/ 495300 w 723900"/>
              <a:gd name="connsiteY62" fmla="*/ 190500 h 723900"/>
              <a:gd name="connsiteX63" fmla="*/ 495300 w 723900"/>
              <a:gd name="connsiteY63" fmla="*/ 180975 h 723900"/>
              <a:gd name="connsiteX64" fmla="*/ 492443 w 723900"/>
              <a:gd name="connsiteY64" fmla="*/ 178118 h 723900"/>
              <a:gd name="connsiteX65" fmla="*/ 499110 w 723900"/>
              <a:gd name="connsiteY65" fmla="*/ 161925 h 723900"/>
              <a:gd name="connsiteX66" fmla="*/ 504825 w 723900"/>
              <a:gd name="connsiteY66" fmla="*/ 161925 h 723900"/>
              <a:gd name="connsiteX67" fmla="*/ 514350 w 723900"/>
              <a:gd name="connsiteY67" fmla="*/ 171450 h 723900"/>
              <a:gd name="connsiteX68" fmla="*/ 523875 w 723900"/>
              <a:gd name="connsiteY68" fmla="*/ 180975 h 723900"/>
              <a:gd name="connsiteX69" fmla="*/ 533400 w 723900"/>
              <a:gd name="connsiteY69" fmla="*/ 180975 h 723900"/>
              <a:gd name="connsiteX70" fmla="*/ 539115 w 723900"/>
              <a:gd name="connsiteY70" fmla="*/ 156210 h 723900"/>
              <a:gd name="connsiteX71" fmla="*/ 530543 w 723900"/>
              <a:gd name="connsiteY71" fmla="*/ 135255 h 723900"/>
              <a:gd name="connsiteX72" fmla="*/ 449580 w 723900"/>
              <a:gd name="connsiteY72" fmla="*/ 86678 h 723900"/>
              <a:gd name="connsiteX73" fmla="*/ 444818 w 723900"/>
              <a:gd name="connsiteY73" fmla="*/ 85725 h 723900"/>
              <a:gd name="connsiteX74" fmla="*/ 428625 w 723900"/>
              <a:gd name="connsiteY74" fmla="*/ 85725 h 723900"/>
              <a:gd name="connsiteX75" fmla="*/ 409575 w 723900"/>
              <a:gd name="connsiteY75" fmla="*/ 104775 h 723900"/>
              <a:gd name="connsiteX76" fmla="*/ 409575 w 723900"/>
              <a:gd name="connsiteY76" fmla="*/ 114300 h 723900"/>
              <a:gd name="connsiteX77" fmla="*/ 400050 w 723900"/>
              <a:gd name="connsiteY77" fmla="*/ 123825 h 723900"/>
              <a:gd name="connsiteX78" fmla="*/ 390525 w 723900"/>
              <a:gd name="connsiteY78" fmla="*/ 123825 h 723900"/>
              <a:gd name="connsiteX79" fmla="*/ 381000 w 723900"/>
              <a:gd name="connsiteY79" fmla="*/ 114300 h 723900"/>
              <a:gd name="connsiteX80" fmla="*/ 352425 w 723900"/>
              <a:gd name="connsiteY80" fmla="*/ 114300 h 723900"/>
              <a:gd name="connsiteX81" fmla="*/ 342900 w 723900"/>
              <a:gd name="connsiteY81" fmla="*/ 104775 h 723900"/>
              <a:gd name="connsiteX82" fmla="*/ 342900 w 723900"/>
              <a:gd name="connsiteY82" fmla="*/ 80963 h 723900"/>
              <a:gd name="connsiteX83" fmla="*/ 346710 w 723900"/>
              <a:gd name="connsiteY83" fmla="*/ 73343 h 723900"/>
              <a:gd name="connsiteX84" fmla="*/ 407670 w 723900"/>
              <a:gd name="connsiteY84" fmla="*/ 47625 h 723900"/>
              <a:gd name="connsiteX85" fmla="*/ 417195 w 723900"/>
              <a:gd name="connsiteY85" fmla="*/ 63818 h 723900"/>
              <a:gd name="connsiteX86" fmla="*/ 423863 w 723900"/>
              <a:gd name="connsiteY86" fmla="*/ 66675 h 723900"/>
              <a:gd name="connsiteX87" fmla="*/ 447675 w 723900"/>
              <a:gd name="connsiteY87" fmla="*/ 66675 h 723900"/>
              <a:gd name="connsiteX88" fmla="*/ 457200 w 723900"/>
              <a:gd name="connsiteY88" fmla="*/ 57150 h 723900"/>
              <a:gd name="connsiteX89" fmla="*/ 457200 w 723900"/>
              <a:gd name="connsiteY89" fmla="*/ 52388 h 723900"/>
              <a:gd name="connsiteX90" fmla="*/ 685800 w 723900"/>
              <a:gd name="connsiteY90" fmla="*/ 361950 h 723900"/>
              <a:gd name="connsiteX91" fmla="*/ 483870 w 723900"/>
              <a:gd name="connsiteY91" fmla="*/ 661988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723900" h="723900"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  <a:moveTo>
                  <a:pt x="38100" y="361950"/>
                </a:moveTo>
                <a:cubicBezTo>
                  <a:pt x="38100" y="277178"/>
                  <a:pt x="70485" y="200978"/>
                  <a:pt x="123825" y="142875"/>
                </a:cubicBezTo>
                <a:cubicBezTo>
                  <a:pt x="132398" y="147638"/>
                  <a:pt x="140970" y="155258"/>
                  <a:pt x="142875" y="161925"/>
                </a:cubicBezTo>
                <a:lnTo>
                  <a:pt x="142875" y="221933"/>
                </a:lnTo>
                <a:cubicBezTo>
                  <a:pt x="142875" y="225743"/>
                  <a:pt x="143828" y="230505"/>
                  <a:pt x="146685" y="233363"/>
                </a:cubicBezTo>
                <a:lnTo>
                  <a:pt x="209550" y="314325"/>
                </a:lnTo>
                <a:lnTo>
                  <a:pt x="214313" y="309563"/>
                </a:lnTo>
                <a:cubicBezTo>
                  <a:pt x="217170" y="306705"/>
                  <a:pt x="218123" y="301943"/>
                  <a:pt x="216218" y="298133"/>
                </a:cubicBezTo>
                <a:lnTo>
                  <a:pt x="204788" y="279083"/>
                </a:lnTo>
                <a:cubicBezTo>
                  <a:pt x="200025" y="271463"/>
                  <a:pt x="207645" y="261938"/>
                  <a:pt x="216218" y="264795"/>
                </a:cubicBezTo>
                <a:cubicBezTo>
                  <a:pt x="219075" y="265748"/>
                  <a:pt x="220980" y="267653"/>
                  <a:pt x="221933" y="269558"/>
                </a:cubicBezTo>
                <a:lnTo>
                  <a:pt x="253365" y="331470"/>
                </a:lnTo>
                <a:cubicBezTo>
                  <a:pt x="257175" y="338138"/>
                  <a:pt x="262890" y="343853"/>
                  <a:pt x="269558" y="345758"/>
                </a:cubicBezTo>
                <a:lnTo>
                  <a:pt x="311468" y="360045"/>
                </a:lnTo>
                <a:cubicBezTo>
                  <a:pt x="314325" y="360998"/>
                  <a:pt x="316230" y="362903"/>
                  <a:pt x="317183" y="364808"/>
                </a:cubicBezTo>
                <a:lnTo>
                  <a:pt x="320040" y="369570"/>
                </a:lnTo>
                <a:cubicBezTo>
                  <a:pt x="322898" y="376238"/>
                  <a:pt x="329565" y="380048"/>
                  <a:pt x="337185" y="380048"/>
                </a:cubicBezTo>
                <a:lnTo>
                  <a:pt x="348615" y="380048"/>
                </a:lnTo>
                <a:cubicBezTo>
                  <a:pt x="351473" y="380048"/>
                  <a:pt x="354330" y="381953"/>
                  <a:pt x="356235" y="383858"/>
                </a:cubicBezTo>
                <a:lnTo>
                  <a:pt x="368618" y="401955"/>
                </a:lnTo>
                <a:cubicBezTo>
                  <a:pt x="371475" y="405765"/>
                  <a:pt x="375285" y="408623"/>
                  <a:pt x="380048" y="409575"/>
                </a:cubicBezTo>
                <a:lnTo>
                  <a:pt x="400050" y="414338"/>
                </a:lnTo>
                <a:cubicBezTo>
                  <a:pt x="405765" y="415290"/>
                  <a:pt x="408623" y="421958"/>
                  <a:pt x="406718" y="426720"/>
                </a:cubicBezTo>
                <a:cubicBezTo>
                  <a:pt x="406718" y="426720"/>
                  <a:pt x="391478" y="441960"/>
                  <a:pt x="391478" y="463868"/>
                </a:cubicBezTo>
                <a:cubicBezTo>
                  <a:pt x="391478" y="526733"/>
                  <a:pt x="448628" y="544830"/>
                  <a:pt x="448628" y="559118"/>
                </a:cubicBezTo>
                <a:cubicBezTo>
                  <a:pt x="448628" y="598170"/>
                  <a:pt x="442913" y="652463"/>
                  <a:pt x="440055" y="673418"/>
                </a:cubicBezTo>
                <a:cubicBezTo>
                  <a:pt x="415290" y="679133"/>
                  <a:pt x="389573" y="682943"/>
                  <a:pt x="362903" y="682943"/>
                </a:cubicBezTo>
                <a:cubicBezTo>
                  <a:pt x="183833" y="685800"/>
                  <a:pt x="38100" y="540068"/>
                  <a:pt x="38100" y="361950"/>
                </a:cubicBezTo>
                <a:close/>
                <a:moveTo>
                  <a:pt x="483870" y="661988"/>
                </a:moveTo>
                <a:cubicBezTo>
                  <a:pt x="504825" y="643890"/>
                  <a:pt x="540068" y="613410"/>
                  <a:pt x="552450" y="600075"/>
                </a:cubicBezTo>
                <a:cubicBezTo>
                  <a:pt x="568643" y="581978"/>
                  <a:pt x="571500" y="552450"/>
                  <a:pt x="571500" y="552450"/>
                </a:cubicBezTo>
                <a:cubicBezTo>
                  <a:pt x="571500" y="552450"/>
                  <a:pt x="638175" y="534353"/>
                  <a:pt x="638175" y="485775"/>
                </a:cubicBezTo>
                <a:cubicBezTo>
                  <a:pt x="638175" y="452438"/>
                  <a:pt x="571500" y="438150"/>
                  <a:pt x="571500" y="438150"/>
                </a:cubicBezTo>
                <a:cubicBezTo>
                  <a:pt x="560070" y="401003"/>
                  <a:pt x="503873" y="381000"/>
                  <a:pt x="457200" y="381000"/>
                </a:cubicBezTo>
                <a:cubicBezTo>
                  <a:pt x="446723" y="381000"/>
                  <a:pt x="409575" y="400050"/>
                  <a:pt x="409575" y="400050"/>
                </a:cubicBezTo>
                <a:lnTo>
                  <a:pt x="390525" y="390525"/>
                </a:lnTo>
                <a:lnTo>
                  <a:pt x="390525" y="361950"/>
                </a:lnTo>
                <a:cubicBezTo>
                  <a:pt x="390525" y="356235"/>
                  <a:pt x="386715" y="352425"/>
                  <a:pt x="381000" y="352425"/>
                </a:cubicBezTo>
                <a:lnTo>
                  <a:pt x="361950" y="352425"/>
                </a:lnTo>
                <a:lnTo>
                  <a:pt x="361950" y="323850"/>
                </a:lnTo>
                <a:cubicBezTo>
                  <a:pt x="361950" y="318135"/>
                  <a:pt x="358140" y="314325"/>
                  <a:pt x="352425" y="314325"/>
                </a:cubicBezTo>
                <a:lnTo>
                  <a:pt x="342900" y="314325"/>
                </a:lnTo>
                <a:lnTo>
                  <a:pt x="332423" y="320993"/>
                </a:lnTo>
                <a:cubicBezTo>
                  <a:pt x="322898" y="327660"/>
                  <a:pt x="309563" y="323850"/>
                  <a:pt x="304800" y="313373"/>
                </a:cubicBezTo>
                <a:cubicBezTo>
                  <a:pt x="304800" y="313373"/>
                  <a:pt x="295275" y="300038"/>
                  <a:pt x="295275" y="294323"/>
                </a:cubicBezTo>
                <a:cubicBezTo>
                  <a:pt x="295275" y="253365"/>
                  <a:pt x="342900" y="256223"/>
                  <a:pt x="342900" y="256223"/>
                </a:cubicBezTo>
                <a:lnTo>
                  <a:pt x="363855" y="256223"/>
                </a:lnTo>
                <a:cubicBezTo>
                  <a:pt x="368618" y="256223"/>
                  <a:pt x="372428" y="259080"/>
                  <a:pt x="373380" y="263843"/>
                </a:cubicBezTo>
                <a:lnTo>
                  <a:pt x="379095" y="287655"/>
                </a:lnTo>
                <a:cubicBezTo>
                  <a:pt x="380048" y="291465"/>
                  <a:pt x="383858" y="295275"/>
                  <a:pt x="388620" y="295275"/>
                </a:cubicBezTo>
                <a:lnTo>
                  <a:pt x="392430" y="295275"/>
                </a:lnTo>
                <a:cubicBezTo>
                  <a:pt x="397193" y="295275"/>
                  <a:pt x="401003" y="292418"/>
                  <a:pt x="401955" y="287655"/>
                </a:cubicBezTo>
                <a:lnTo>
                  <a:pt x="408623" y="252413"/>
                </a:lnTo>
                <a:cubicBezTo>
                  <a:pt x="409575" y="249555"/>
                  <a:pt x="410528" y="246698"/>
                  <a:pt x="412433" y="243840"/>
                </a:cubicBezTo>
                <a:lnTo>
                  <a:pt x="439103" y="210502"/>
                </a:lnTo>
                <a:cubicBezTo>
                  <a:pt x="444818" y="203835"/>
                  <a:pt x="452438" y="200025"/>
                  <a:pt x="461010" y="200025"/>
                </a:cubicBezTo>
                <a:lnTo>
                  <a:pt x="485775" y="200025"/>
                </a:lnTo>
                <a:cubicBezTo>
                  <a:pt x="491490" y="200025"/>
                  <a:pt x="495300" y="196215"/>
                  <a:pt x="495300" y="190500"/>
                </a:cubicBezTo>
                <a:lnTo>
                  <a:pt x="495300" y="180975"/>
                </a:lnTo>
                <a:lnTo>
                  <a:pt x="492443" y="178118"/>
                </a:lnTo>
                <a:cubicBezTo>
                  <a:pt x="486728" y="172403"/>
                  <a:pt x="490538" y="161925"/>
                  <a:pt x="499110" y="161925"/>
                </a:cubicBezTo>
                <a:lnTo>
                  <a:pt x="504825" y="161925"/>
                </a:lnTo>
                <a:cubicBezTo>
                  <a:pt x="510540" y="161925"/>
                  <a:pt x="514350" y="165735"/>
                  <a:pt x="514350" y="171450"/>
                </a:cubicBezTo>
                <a:cubicBezTo>
                  <a:pt x="514350" y="177165"/>
                  <a:pt x="518160" y="180975"/>
                  <a:pt x="523875" y="180975"/>
                </a:cubicBezTo>
                <a:lnTo>
                  <a:pt x="533400" y="180975"/>
                </a:lnTo>
                <a:lnTo>
                  <a:pt x="539115" y="156210"/>
                </a:lnTo>
                <a:cubicBezTo>
                  <a:pt x="541020" y="147638"/>
                  <a:pt x="537210" y="140018"/>
                  <a:pt x="530543" y="135255"/>
                </a:cubicBezTo>
                <a:lnTo>
                  <a:pt x="449580" y="86678"/>
                </a:lnTo>
                <a:cubicBezTo>
                  <a:pt x="448628" y="85725"/>
                  <a:pt x="446723" y="85725"/>
                  <a:pt x="444818" y="85725"/>
                </a:cubicBezTo>
                <a:lnTo>
                  <a:pt x="428625" y="85725"/>
                </a:lnTo>
                <a:cubicBezTo>
                  <a:pt x="418148" y="85725"/>
                  <a:pt x="409575" y="94298"/>
                  <a:pt x="409575" y="104775"/>
                </a:cubicBezTo>
                <a:lnTo>
                  <a:pt x="409575" y="114300"/>
                </a:lnTo>
                <a:cubicBezTo>
                  <a:pt x="409575" y="120015"/>
                  <a:pt x="405765" y="123825"/>
                  <a:pt x="400050" y="123825"/>
                </a:cubicBezTo>
                <a:lnTo>
                  <a:pt x="390525" y="123825"/>
                </a:lnTo>
                <a:lnTo>
                  <a:pt x="381000" y="114300"/>
                </a:lnTo>
                <a:lnTo>
                  <a:pt x="352425" y="114300"/>
                </a:lnTo>
                <a:cubicBezTo>
                  <a:pt x="346710" y="114300"/>
                  <a:pt x="342900" y="110490"/>
                  <a:pt x="342900" y="104775"/>
                </a:cubicBezTo>
                <a:lnTo>
                  <a:pt x="342900" y="80963"/>
                </a:lnTo>
                <a:cubicBezTo>
                  <a:pt x="342900" y="78105"/>
                  <a:pt x="343853" y="75248"/>
                  <a:pt x="346710" y="73343"/>
                </a:cubicBezTo>
                <a:lnTo>
                  <a:pt x="407670" y="47625"/>
                </a:lnTo>
                <a:lnTo>
                  <a:pt x="417195" y="63818"/>
                </a:lnTo>
                <a:cubicBezTo>
                  <a:pt x="419100" y="65723"/>
                  <a:pt x="421005" y="66675"/>
                  <a:pt x="423863" y="66675"/>
                </a:cubicBezTo>
                <a:lnTo>
                  <a:pt x="447675" y="66675"/>
                </a:lnTo>
                <a:cubicBezTo>
                  <a:pt x="453390" y="66675"/>
                  <a:pt x="457200" y="62865"/>
                  <a:pt x="457200" y="57150"/>
                </a:cubicBezTo>
                <a:lnTo>
                  <a:pt x="457200" y="52388"/>
                </a:lnTo>
                <a:cubicBezTo>
                  <a:pt x="589598" y="93345"/>
                  <a:pt x="685800" y="216218"/>
                  <a:pt x="685800" y="361950"/>
                </a:cubicBezTo>
                <a:cubicBezTo>
                  <a:pt x="685800" y="497205"/>
                  <a:pt x="601980" y="613410"/>
                  <a:pt x="483870" y="661988"/>
                </a:cubicBezTo>
                <a:close/>
              </a:path>
            </a:pathLst>
          </a:custGeom>
          <a:noFill/>
          <a:ln w="9525" cap="flat">
            <a:solidFill>
              <a:srgbClr val="41B3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E24C491-C1A4-C1B6-CF9F-DFA7FDF21310}"/>
              </a:ext>
            </a:extLst>
          </p:cNvPr>
          <p:cNvSpPr>
            <a:spLocks/>
          </p:cNvSpPr>
          <p:nvPr/>
        </p:nvSpPr>
        <p:spPr>
          <a:xfrm>
            <a:off x="9997743" y="2836342"/>
            <a:ext cx="97762" cy="32642"/>
          </a:xfrm>
          <a:custGeom>
            <a:avLst/>
            <a:gdLst>
              <a:gd name="connsiteX0" fmla="*/ 91095 w 97762"/>
              <a:gd name="connsiteY0" fmla="*/ 15954 h 32642"/>
              <a:gd name="connsiteX1" fmla="*/ 45375 w 97762"/>
              <a:gd name="connsiteY1" fmla="*/ 714 h 32642"/>
              <a:gd name="connsiteX2" fmla="*/ 34898 w 97762"/>
              <a:gd name="connsiteY2" fmla="*/ 714 h 32642"/>
              <a:gd name="connsiteX3" fmla="*/ 2513 w 97762"/>
              <a:gd name="connsiteY3" fmla="*/ 8334 h 32642"/>
              <a:gd name="connsiteX4" fmla="*/ 2513 w 97762"/>
              <a:gd name="connsiteY4" fmla="*/ 17859 h 32642"/>
              <a:gd name="connsiteX5" fmla="*/ 46328 w 97762"/>
              <a:gd name="connsiteY5" fmla="*/ 17859 h 32642"/>
              <a:gd name="connsiteX6" fmla="*/ 52995 w 97762"/>
              <a:gd name="connsiteY6" fmla="*/ 18812 h 32642"/>
              <a:gd name="connsiteX7" fmla="*/ 86333 w 97762"/>
              <a:gd name="connsiteY7" fmla="*/ 32147 h 32642"/>
              <a:gd name="connsiteX8" fmla="*/ 97763 w 97762"/>
              <a:gd name="connsiteY8" fmla="*/ 24527 h 32642"/>
              <a:gd name="connsiteX9" fmla="*/ 91095 w 97762"/>
              <a:gd name="connsiteY9" fmla="*/ 15954 h 3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762" h="32642">
                <a:moveTo>
                  <a:pt x="91095" y="15954"/>
                </a:moveTo>
                <a:lnTo>
                  <a:pt x="45375" y="714"/>
                </a:lnTo>
                <a:cubicBezTo>
                  <a:pt x="41565" y="-238"/>
                  <a:pt x="38708" y="-238"/>
                  <a:pt x="34898" y="714"/>
                </a:cubicBezTo>
                <a:lnTo>
                  <a:pt x="2513" y="8334"/>
                </a:lnTo>
                <a:cubicBezTo>
                  <a:pt x="-345" y="10239"/>
                  <a:pt x="-1297" y="14049"/>
                  <a:pt x="2513" y="17859"/>
                </a:cubicBezTo>
                <a:lnTo>
                  <a:pt x="46328" y="17859"/>
                </a:lnTo>
                <a:cubicBezTo>
                  <a:pt x="49185" y="17859"/>
                  <a:pt x="51090" y="17859"/>
                  <a:pt x="52995" y="18812"/>
                </a:cubicBezTo>
                <a:lnTo>
                  <a:pt x="86333" y="32147"/>
                </a:lnTo>
                <a:cubicBezTo>
                  <a:pt x="92048" y="34052"/>
                  <a:pt x="97763" y="30242"/>
                  <a:pt x="97763" y="24527"/>
                </a:cubicBezTo>
                <a:cubicBezTo>
                  <a:pt x="97763" y="20717"/>
                  <a:pt x="94905" y="16907"/>
                  <a:pt x="91095" y="15954"/>
                </a:cubicBezTo>
                <a:close/>
              </a:path>
            </a:pathLst>
          </a:custGeom>
          <a:noFill/>
          <a:ln w="9525" cap="flat">
            <a:solidFill>
              <a:srgbClr val="41B3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9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3D66-018C-8E9D-DE6E-BBC054E01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lowchart: Alternate Process 65">
            <a:extLst>
              <a:ext uri="{FF2B5EF4-FFF2-40B4-BE49-F238E27FC236}">
                <a16:creationId xmlns:a16="http://schemas.microsoft.com/office/drawing/2014/main" id="{8D78A3DF-00F1-FA97-5F00-2AF1B1073790}"/>
              </a:ext>
            </a:extLst>
          </p:cNvPr>
          <p:cNvSpPr/>
          <p:nvPr/>
        </p:nvSpPr>
        <p:spPr>
          <a:xfrm>
            <a:off x="3006133" y="1014411"/>
            <a:ext cx="5647256" cy="5753857"/>
          </a:xfrm>
          <a:prstGeom prst="flowChartAlternateProcess">
            <a:avLst/>
          </a:prstGeom>
          <a:noFill/>
          <a:ln w="222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875606"/>
                      <a:gd name="connsiteY0" fmla="*/ 645934 h 3886200"/>
                      <a:gd name="connsiteX1" fmla="*/ 645934 w 3875606"/>
                      <a:gd name="connsiteY1" fmla="*/ 0 h 3886200"/>
                      <a:gd name="connsiteX2" fmla="*/ 1214356 w 3875606"/>
                      <a:gd name="connsiteY2" fmla="*/ 0 h 3886200"/>
                      <a:gd name="connsiteX3" fmla="*/ 1705267 w 3875606"/>
                      <a:gd name="connsiteY3" fmla="*/ 0 h 3886200"/>
                      <a:gd name="connsiteX4" fmla="*/ 2170339 w 3875606"/>
                      <a:gd name="connsiteY4" fmla="*/ 0 h 3886200"/>
                      <a:gd name="connsiteX5" fmla="*/ 2712924 w 3875606"/>
                      <a:gd name="connsiteY5" fmla="*/ 0 h 3886200"/>
                      <a:gd name="connsiteX6" fmla="*/ 3229672 w 3875606"/>
                      <a:gd name="connsiteY6" fmla="*/ 0 h 3886200"/>
                      <a:gd name="connsiteX7" fmla="*/ 3875606 w 3875606"/>
                      <a:gd name="connsiteY7" fmla="*/ 645934 h 3886200"/>
                      <a:gd name="connsiteX8" fmla="*/ 3875606 w 3875606"/>
                      <a:gd name="connsiteY8" fmla="*/ 1164800 h 3886200"/>
                      <a:gd name="connsiteX9" fmla="*/ 3875606 w 3875606"/>
                      <a:gd name="connsiteY9" fmla="*/ 1605837 h 3886200"/>
                      <a:gd name="connsiteX10" fmla="*/ 3875606 w 3875606"/>
                      <a:gd name="connsiteY10" fmla="*/ 2124703 h 3886200"/>
                      <a:gd name="connsiteX11" fmla="*/ 3875606 w 3875606"/>
                      <a:gd name="connsiteY11" fmla="*/ 2643570 h 3886200"/>
                      <a:gd name="connsiteX12" fmla="*/ 3875606 w 3875606"/>
                      <a:gd name="connsiteY12" fmla="*/ 3240266 h 3886200"/>
                      <a:gd name="connsiteX13" fmla="*/ 3229672 w 3875606"/>
                      <a:gd name="connsiteY13" fmla="*/ 3886200 h 3886200"/>
                      <a:gd name="connsiteX14" fmla="*/ 2712924 w 3875606"/>
                      <a:gd name="connsiteY14" fmla="*/ 3886200 h 3886200"/>
                      <a:gd name="connsiteX15" fmla="*/ 2196177 w 3875606"/>
                      <a:gd name="connsiteY15" fmla="*/ 3886200 h 3886200"/>
                      <a:gd name="connsiteX16" fmla="*/ 1627754 w 3875606"/>
                      <a:gd name="connsiteY16" fmla="*/ 3886200 h 3886200"/>
                      <a:gd name="connsiteX17" fmla="*/ 1111007 w 3875606"/>
                      <a:gd name="connsiteY17" fmla="*/ 3886200 h 3886200"/>
                      <a:gd name="connsiteX18" fmla="*/ 645934 w 3875606"/>
                      <a:gd name="connsiteY18" fmla="*/ 3886200 h 3886200"/>
                      <a:gd name="connsiteX19" fmla="*/ 0 w 3875606"/>
                      <a:gd name="connsiteY19" fmla="*/ 3240266 h 3886200"/>
                      <a:gd name="connsiteX20" fmla="*/ 0 w 3875606"/>
                      <a:gd name="connsiteY20" fmla="*/ 2695456 h 3886200"/>
                      <a:gd name="connsiteX21" fmla="*/ 0 w 3875606"/>
                      <a:gd name="connsiteY21" fmla="*/ 2228477 h 3886200"/>
                      <a:gd name="connsiteX22" fmla="*/ 0 w 3875606"/>
                      <a:gd name="connsiteY22" fmla="*/ 1709610 h 3886200"/>
                      <a:gd name="connsiteX23" fmla="*/ 0 w 3875606"/>
                      <a:gd name="connsiteY23" fmla="*/ 1268574 h 3886200"/>
                      <a:gd name="connsiteX24" fmla="*/ 0 w 3875606"/>
                      <a:gd name="connsiteY24" fmla="*/ 645934 h 3886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875606" h="3886200" extrusionOk="0">
                        <a:moveTo>
                          <a:pt x="0" y="645934"/>
                        </a:moveTo>
                        <a:cubicBezTo>
                          <a:pt x="-15050" y="279912"/>
                          <a:pt x="248533" y="15261"/>
                          <a:pt x="645934" y="0"/>
                        </a:cubicBezTo>
                        <a:cubicBezTo>
                          <a:pt x="893581" y="-57160"/>
                          <a:pt x="1034362" y="56590"/>
                          <a:pt x="1214356" y="0"/>
                        </a:cubicBezTo>
                        <a:cubicBezTo>
                          <a:pt x="1394350" y="-56590"/>
                          <a:pt x="1600343" y="55706"/>
                          <a:pt x="1705267" y="0"/>
                        </a:cubicBezTo>
                        <a:cubicBezTo>
                          <a:pt x="1810191" y="-55706"/>
                          <a:pt x="2023898" y="15459"/>
                          <a:pt x="2170339" y="0"/>
                        </a:cubicBezTo>
                        <a:cubicBezTo>
                          <a:pt x="2316780" y="-15459"/>
                          <a:pt x="2494428" y="34479"/>
                          <a:pt x="2712924" y="0"/>
                        </a:cubicBezTo>
                        <a:cubicBezTo>
                          <a:pt x="2931420" y="-34479"/>
                          <a:pt x="3026835" y="41403"/>
                          <a:pt x="3229672" y="0"/>
                        </a:cubicBezTo>
                        <a:cubicBezTo>
                          <a:pt x="3605574" y="-31186"/>
                          <a:pt x="3841511" y="319157"/>
                          <a:pt x="3875606" y="645934"/>
                        </a:cubicBezTo>
                        <a:cubicBezTo>
                          <a:pt x="3904427" y="852985"/>
                          <a:pt x="3847894" y="933609"/>
                          <a:pt x="3875606" y="1164800"/>
                        </a:cubicBezTo>
                        <a:cubicBezTo>
                          <a:pt x="3903318" y="1395991"/>
                          <a:pt x="3858261" y="1408613"/>
                          <a:pt x="3875606" y="1605837"/>
                        </a:cubicBezTo>
                        <a:cubicBezTo>
                          <a:pt x="3892951" y="1803061"/>
                          <a:pt x="3850566" y="1968133"/>
                          <a:pt x="3875606" y="2124703"/>
                        </a:cubicBezTo>
                        <a:cubicBezTo>
                          <a:pt x="3900646" y="2281273"/>
                          <a:pt x="3871203" y="2416247"/>
                          <a:pt x="3875606" y="2643570"/>
                        </a:cubicBezTo>
                        <a:cubicBezTo>
                          <a:pt x="3880009" y="2870893"/>
                          <a:pt x="3809854" y="3004012"/>
                          <a:pt x="3875606" y="3240266"/>
                        </a:cubicBezTo>
                        <a:cubicBezTo>
                          <a:pt x="3889095" y="3613528"/>
                          <a:pt x="3657830" y="3823669"/>
                          <a:pt x="3229672" y="3886200"/>
                        </a:cubicBezTo>
                        <a:cubicBezTo>
                          <a:pt x="2982172" y="3942123"/>
                          <a:pt x="2959359" y="3839552"/>
                          <a:pt x="2712924" y="3886200"/>
                        </a:cubicBezTo>
                        <a:cubicBezTo>
                          <a:pt x="2466489" y="3932848"/>
                          <a:pt x="2399255" y="3842914"/>
                          <a:pt x="2196177" y="3886200"/>
                        </a:cubicBezTo>
                        <a:cubicBezTo>
                          <a:pt x="1993099" y="3929486"/>
                          <a:pt x="1810663" y="3872426"/>
                          <a:pt x="1627754" y="3886200"/>
                        </a:cubicBezTo>
                        <a:cubicBezTo>
                          <a:pt x="1444845" y="3899974"/>
                          <a:pt x="1272372" y="3850342"/>
                          <a:pt x="1111007" y="3886200"/>
                        </a:cubicBezTo>
                        <a:cubicBezTo>
                          <a:pt x="949642" y="3922058"/>
                          <a:pt x="875411" y="3841040"/>
                          <a:pt x="645934" y="3886200"/>
                        </a:cubicBezTo>
                        <a:cubicBezTo>
                          <a:pt x="184879" y="3890495"/>
                          <a:pt x="31939" y="3539429"/>
                          <a:pt x="0" y="3240266"/>
                        </a:cubicBezTo>
                        <a:cubicBezTo>
                          <a:pt x="-15974" y="2978196"/>
                          <a:pt x="21442" y="2911793"/>
                          <a:pt x="0" y="2695456"/>
                        </a:cubicBezTo>
                        <a:cubicBezTo>
                          <a:pt x="-21442" y="2479119"/>
                          <a:pt x="5622" y="2442741"/>
                          <a:pt x="0" y="2228477"/>
                        </a:cubicBezTo>
                        <a:cubicBezTo>
                          <a:pt x="-5622" y="2014213"/>
                          <a:pt x="12357" y="1871187"/>
                          <a:pt x="0" y="1709610"/>
                        </a:cubicBezTo>
                        <a:cubicBezTo>
                          <a:pt x="-12357" y="1548033"/>
                          <a:pt x="7871" y="1388569"/>
                          <a:pt x="0" y="1268574"/>
                        </a:cubicBezTo>
                        <a:cubicBezTo>
                          <a:pt x="-7871" y="1148579"/>
                          <a:pt x="8634" y="871570"/>
                          <a:pt x="0" y="64593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52C682-84B7-304F-1E4E-BB4683DBB6B6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How AI Agents Work</a:t>
            </a:r>
            <a:endParaRPr lang="en-US" sz="4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091AF5-E700-C162-DAD7-C0F4280F81C6}"/>
              </a:ext>
            </a:extLst>
          </p:cNvPr>
          <p:cNvSpPr txBox="1"/>
          <p:nvPr/>
        </p:nvSpPr>
        <p:spPr>
          <a:xfrm>
            <a:off x="619708" y="3741870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User/Service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221D0F-688F-3104-0C37-465187B832C5}"/>
              </a:ext>
            </a:extLst>
          </p:cNvPr>
          <p:cNvSpPr txBox="1"/>
          <p:nvPr/>
        </p:nvSpPr>
        <p:spPr>
          <a:xfrm>
            <a:off x="3713234" y="3774082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AI Agent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1A9C14-AE03-23A5-14A7-DE1A48CE31AD}"/>
              </a:ext>
            </a:extLst>
          </p:cNvPr>
          <p:cNvSpPr txBox="1"/>
          <p:nvPr/>
        </p:nvSpPr>
        <p:spPr>
          <a:xfrm>
            <a:off x="7159406" y="3790972"/>
            <a:ext cx="1004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Actions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065D462-C7A5-5319-DBE2-B545A9F70E02}"/>
              </a:ext>
            </a:extLst>
          </p:cNvPr>
          <p:cNvCxnSpPr>
            <a:cxnSpLocks/>
          </p:cNvCxnSpPr>
          <p:nvPr/>
        </p:nvCxnSpPr>
        <p:spPr>
          <a:xfrm>
            <a:off x="2000814" y="3231825"/>
            <a:ext cx="1377470" cy="157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121DCBC-CFCE-2DB5-2719-A73380B96BD9}"/>
              </a:ext>
            </a:extLst>
          </p:cNvPr>
          <p:cNvSpPr txBox="1"/>
          <p:nvPr/>
        </p:nvSpPr>
        <p:spPr>
          <a:xfrm>
            <a:off x="2108843" y="2910162"/>
            <a:ext cx="105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Prompt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FA5E58F-8F63-8A5E-FB53-FB9D41E27CC8}"/>
              </a:ext>
            </a:extLst>
          </p:cNvPr>
          <p:cNvCxnSpPr>
            <a:cxnSpLocks/>
          </p:cNvCxnSpPr>
          <p:nvPr/>
        </p:nvCxnSpPr>
        <p:spPr>
          <a:xfrm>
            <a:off x="2000814" y="3648869"/>
            <a:ext cx="1333799" cy="0"/>
          </a:xfrm>
          <a:prstGeom prst="straightConnector1">
            <a:avLst/>
          </a:prstGeom>
          <a:ln w="254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0036DE7-9C0D-6587-E31E-EC6016E7950F}"/>
              </a:ext>
            </a:extLst>
          </p:cNvPr>
          <p:cNvSpPr txBox="1"/>
          <p:nvPr/>
        </p:nvSpPr>
        <p:spPr>
          <a:xfrm>
            <a:off x="2033270" y="3592425"/>
            <a:ext cx="129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Response</a:t>
            </a:r>
          </a:p>
        </p:txBody>
      </p:sp>
      <p:sp>
        <p:nvSpPr>
          <p:cNvPr id="61" name="Graphic 3">
            <a:extLst>
              <a:ext uri="{FF2B5EF4-FFF2-40B4-BE49-F238E27FC236}">
                <a16:creationId xmlns:a16="http://schemas.microsoft.com/office/drawing/2014/main" id="{ECB561CF-23A9-1769-4AE4-2E20EA971871}"/>
              </a:ext>
            </a:extLst>
          </p:cNvPr>
          <p:cNvSpPr/>
          <p:nvPr/>
        </p:nvSpPr>
        <p:spPr>
          <a:xfrm>
            <a:off x="3542879" y="3034871"/>
            <a:ext cx="1283053" cy="739211"/>
          </a:xfrm>
          <a:custGeom>
            <a:avLst/>
            <a:gdLst>
              <a:gd name="connsiteX0" fmla="*/ 1262587 w 1283053"/>
              <a:gd name="connsiteY0" fmla="*/ 179894 h 739211"/>
              <a:gd name="connsiteX1" fmla="*/ 1162280 w 1283053"/>
              <a:gd name="connsiteY1" fmla="*/ 179894 h 739211"/>
              <a:gd name="connsiteX2" fmla="*/ 1162280 w 1283053"/>
              <a:gd name="connsiteY2" fmla="*/ 41122 h 739211"/>
              <a:gd name="connsiteX3" fmla="*/ 1121154 w 1283053"/>
              <a:gd name="connsiteY3" fmla="*/ 0 h 739211"/>
              <a:gd name="connsiteX4" fmla="*/ 157691 w 1283053"/>
              <a:gd name="connsiteY4" fmla="*/ 0 h 739211"/>
              <a:gd name="connsiteX5" fmla="*/ 116564 w 1283053"/>
              <a:gd name="connsiteY5" fmla="*/ 41122 h 739211"/>
              <a:gd name="connsiteX6" fmla="*/ 116564 w 1283053"/>
              <a:gd name="connsiteY6" fmla="*/ 179875 h 739211"/>
              <a:gd name="connsiteX7" fmla="*/ 20467 w 1283053"/>
              <a:gd name="connsiteY7" fmla="*/ 179875 h 739211"/>
              <a:gd name="connsiteX8" fmla="*/ 0 w 1283053"/>
              <a:gd name="connsiteY8" fmla="*/ 200340 h 739211"/>
              <a:gd name="connsiteX9" fmla="*/ 0 w 1283053"/>
              <a:gd name="connsiteY9" fmla="*/ 538698 h 739211"/>
              <a:gd name="connsiteX10" fmla="*/ 20467 w 1283053"/>
              <a:gd name="connsiteY10" fmla="*/ 559163 h 739211"/>
              <a:gd name="connsiteX11" fmla="*/ 116545 w 1283053"/>
              <a:gd name="connsiteY11" fmla="*/ 559163 h 739211"/>
              <a:gd name="connsiteX12" fmla="*/ 116545 w 1283053"/>
              <a:gd name="connsiteY12" fmla="*/ 698090 h 739211"/>
              <a:gd name="connsiteX13" fmla="*/ 157671 w 1283053"/>
              <a:gd name="connsiteY13" fmla="*/ 739212 h 739211"/>
              <a:gd name="connsiteX14" fmla="*/ 1121154 w 1283053"/>
              <a:gd name="connsiteY14" fmla="*/ 739212 h 739211"/>
              <a:gd name="connsiteX15" fmla="*/ 1162280 w 1283053"/>
              <a:gd name="connsiteY15" fmla="*/ 698090 h 739211"/>
              <a:gd name="connsiteX16" fmla="*/ 1162280 w 1283053"/>
              <a:gd name="connsiteY16" fmla="*/ 559163 h 739211"/>
              <a:gd name="connsiteX17" fmla="*/ 1262587 w 1283053"/>
              <a:gd name="connsiteY17" fmla="*/ 559163 h 739211"/>
              <a:gd name="connsiteX18" fmla="*/ 1283053 w 1283053"/>
              <a:gd name="connsiteY18" fmla="*/ 538698 h 739211"/>
              <a:gd name="connsiteX19" fmla="*/ 1283053 w 1283053"/>
              <a:gd name="connsiteY19" fmla="*/ 200340 h 739211"/>
              <a:gd name="connsiteX20" fmla="*/ 1262587 w 1283053"/>
              <a:gd name="connsiteY20" fmla="*/ 179875 h 739211"/>
              <a:gd name="connsiteX21" fmla="*/ 116545 w 1283053"/>
              <a:gd name="connsiteY21" fmla="*/ 538949 h 739211"/>
              <a:gd name="connsiteX22" fmla="*/ 20467 w 1283053"/>
              <a:gd name="connsiteY22" fmla="*/ 538949 h 739211"/>
              <a:gd name="connsiteX23" fmla="*/ 20216 w 1283053"/>
              <a:gd name="connsiteY23" fmla="*/ 538698 h 739211"/>
              <a:gd name="connsiteX24" fmla="*/ 20216 w 1283053"/>
              <a:gd name="connsiteY24" fmla="*/ 200340 h 739211"/>
              <a:gd name="connsiteX25" fmla="*/ 20467 w 1283053"/>
              <a:gd name="connsiteY25" fmla="*/ 200089 h 739211"/>
              <a:gd name="connsiteX26" fmla="*/ 116545 w 1283053"/>
              <a:gd name="connsiteY26" fmla="*/ 200089 h 739211"/>
              <a:gd name="connsiteX27" fmla="*/ 116545 w 1283053"/>
              <a:gd name="connsiteY27" fmla="*/ 538930 h 739211"/>
              <a:gd name="connsiteX28" fmla="*/ 1136793 w 1283053"/>
              <a:gd name="connsiteY28" fmla="*/ 698090 h 739211"/>
              <a:gd name="connsiteX29" fmla="*/ 1132217 w 1283053"/>
              <a:gd name="connsiteY29" fmla="*/ 709152 h 739211"/>
              <a:gd name="connsiteX30" fmla="*/ 1121154 w 1283053"/>
              <a:gd name="connsiteY30" fmla="*/ 713728 h 739211"/>
              <a:gd name="connsiteX31" fmla="*/ 157691 w 1283053"/>
              <a:gd name="connsiteY31" fmla="*/ 713728 h 739211"/>
              <a:gd name="connsiteX32" fmla="*/ 146627 w 1283053"/>
              <a:gd name="connsiteY32" fmla="*/ 709152 h 739211"/>
              <a:gd name="connsiteX33" fmla="*/ 142051 w 1283053"/>
              <a:gd name="connsiteY33" fmla="*/ 698090 h 739211"/>
              <a:gd name="connsiteX34" fmla="*/ 142051 w 1283053"/>
              <a:gd name="connsiteY34" fmla="*/ 41122 h 739211"/>
              <a:gd name="connsiteX35" fmla="*/ 146627 w 1283053"/>
              <a:gd name="connsiteY35" fmla="*/ 30060 h 739211"/>
              <a:gd name="connsiteX36" fmla="*/ 157691 w 1283053"/>
              <a:gd name="connsiteY36" fmla="*/ 25484 h 739211"/>
              <a:gd name="connsiteX37" fmla="*/ 1121173 w 1283053"/>
              <a:gd name="connsiteY37" fmla="*/ 25484 h 739211"/>
              <a:gd name="connsiteX38" fmla="*/ 1132237 w 1283053"/>
              <a:gd name="connsiteY38" fmla="*/ 30060 h 739211"/>
              <a:gd name="connsiteX39" fmla="*/ 1136813 w 1283053"/>
              <a:gd name="connsiteY39" fmla="*/ 41122 h 739211"/>
              <a:gd name="connsiteX40" fmla="*/ 1136813 w 1283053"/>
              <a:gd name="connsiteY40" fmla="*/ 698090 h 739211"/>
              <a:gd name="connsiteX41" fmla="*/ 1262838 w 1283053"/>
              <a:gd name="connsiteY41" fmla="*/ 538698 h 739211"/>
              <a:gd name="connsiteX42" fmla="*/ 1262587 w 1283053"/>
              <a:gd name="connsiteY42" fmla="*/ 538949 h 739211"/>
              <a:gd name="connsiteX43" fmla="*/ 1162280 w 1283053"/>
              <a:gd name="connsiteY43" fmla="*/ 538949 h 739211"/>
              <a:gd name="connsiteX44" fmla="*/ 1162280 w 1283053"/>
              <a:gd name="connsiteY44" fmla="*/ 200108 h 739211"/>
              <a:gd name="connsiteX45" fmla="*/ 1262587 w 1283053"/>
              <a:gd name="connsiteY45" fmla="*/ 200108 h 739211"/>
              <a:gd name="connsiteX46" fmla="*/ 1262838 w 1283053"/>
              <a:gd name="connsiteY46" fmla="*/ 200359 h 739211"/>
              <a:gd name="connsiteX47" fmla="*/ 1262838 w 1283053"/>
              <a:gd name="connsiteY47" fmla="*/ 538718 h 739211"/>
              <a:gd name="connsiteX48" fmla="*/ 468245 w 1283053"/>
              <a:gd name="connsiteY48" fmla="*/ 243238 h 739211"/>
              <a:gd name="connsiteX49" fmla="*/ 503868 w 1283053"/>
              <a:gd name="connsiteY49" fmla="*/ 257988 h 739211"/>
              <a:gd name="connsiteX50" fmla="*/ 518620 w 1283053"/>
              <a:gd name="connsiteY50" fmla="*/ 293607 h 739211"/>
              <a:gd name="connsiteX51" fmla="*/ 503868 w 1283053"/>
              <a:gd name="connsiteY51" fmla="*/ 329227 h 739211"/>
              <a:gd name="connsiteX52" fmla="*/ 468245 w 1283053"/>
              <a:gd name="connsiteY52" fmla="*/ 343977 h 739211"/>
              <a:gd name="connsiteX53" fmla="*/ 432621 w 1283053"/>
              <a:gd name="connsiteY53" fmla="*/ 329227 h 739211"/>
              <a:gd name="connsiteX54" fmla="*/ 417869 w 1283053"/>
              <a:gd name="connsiteY54" fmla="*/ 293607 h 739211"/>
              <a:gd name="connsiteX55" fmla="*/ 432621 w 1283053"/>
              <a:gd name="connsiteY55" fmla="*/ 257988 h 739211"/>
              <a:gd name="connsiteX56" fmla="*/ 468245 w 1283053"/>
              <a:gd name="connsiteY56" fmla="*/ 243238 h 739211"/>
              <a:gd name="connsiteX57" fmla="*/ 468245 w 1283053"/>
              <a:gd name="connsiteY57" fmla="*/ 218333 h 739211"/>
              <a:gd name="connsiteX58" fmla="*/ 392962 w 1283053"/>
              <a:gd name="connsiteY58" fmla="*/ 293607 h 739211"/>
              <a:gd name="connsiteX59" fmla="*/ 468245 w 1283053"/>
              <a:gd name="connsiteY59" fmla="*/ 368882 h 739211"/>
              <a:gd name="connsiteX60" fmla="*/ 543528 w 1283053"/>
              <a:gd name="connsiteY60" fmla="*/ 293607 h 739211"/>
              <a:gd name="connsiteX61" fmla="*/ 468245 w 1283053"/>
              <a:gd name="connsiteY61" fmla="*/ 218333 h 739211"/>
              <a:gd name="connsiteX62" fmla="*/ 468245 w 1283053"/>
              <a:gd name="connsiteY62" fmla="*/ 218333 h 739211"/>
              <a:gd name="connsiteX63" fmla="*/ 814809 w 1283053"/>
              <a:gd name="connsiteY63" fmla="*/ 243238 h 739211"/>
              <a:gd name="connsiteX64" fmla="*/ 850432 w 1283053"/>
              <a:gd name="connsiteY64" fmla="*/ 257988 h 739211"/>
              <a:gd name="connsiteX65" fmla="*/ 865184 w 1283053"/>
              <a:gd name="connsiteY65" fmla="*/ 293607 h 739211"/>
              <a:gd name="connsiteX66" fmla="*/ 850432 w 1283053"/>
              <a:gd name="connsiteY66" fmla="*/ 329227 h 739211"/>
              <a:gd name="connsiteX67" fmla="*/ 814809 w 1283053"/>
              <a:gd name="connsiteY67" fmla="*/ 343977 h 739211"/>
              <a:gd name="connsiteX68" fmla="*/ 779185 w 1283053"/>
              <a:gd name="connsiteY68" fmla="*/ 329227 h 739211"/>
              <a:gd name="connsiteX69" fmla="*/ 764433 w 1283053"/>
              <a:gd name="connsiteY69" fmla="*/ 293607 h 739211"/>
              <a:gd name="connsiteX70" fmla="*/ 779185 w 1283053"/>
              <a:gd name="connsiteY70" fmla="*/ 257988 h 739211"/>
              <a:gd name="connsiteX71" fmla="*/ 814809 w 1283053"/>
              <a:gd name="connsiteY71" fmla="*/ 243238 h 739211"/>
              <a:gd name="connsiteX72" fmla="*/ 814809 w 1283053"/>
              <a:gd name="connsiteY72" fmla="*/ 218333 h 739211"/>
              <a:gd name="connsiteX73" fmla="*/ 739526 w 1283053"/>
              <a:gd name="connsiteY73" fmla="*/ 293607 h 739211"/>
              <a:gd name="connsiteX74" fmla="*/ 814809 w 1283053"/>
              <a:gd name="connsiteY74" fmla="*/ 368882 h 739211"/>
              <a:gd name="connsiteX75" fmla="*/ 890092 w 1283053"/>
              <a:gd name="connsiteY75" fmla="*/ 293607 h 739211"/>
              <a:gd name="connsiteX76" fmla="*/ 814809 w 1283053"/>
              <a:gd name="connsiteY76" fmla="*/ 218333 h 739211"/>
              <a:gd name="connsiteX77" fmla="*/ 814809 w 1283053"/>
              <a:gd name="connsiteY77" fmla="*/ 218333 h 739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1283053" h="739211">
                <a:moveTo>
                  <a:pt x="1262587" y="179894"/>
                </a:moveTo>
                <a:lnTo>
                  <a:pt x="1162280" y="179894"/>
                </a:lnTo>
                <a:lnTo>
                  <a:pt x="1162280" y="41122"/>
                </a:lnTo>
                <a:cubicBezTo>
                  <a:pt x="1162280" y="18418"/>
                  <a:pt x="1143860" y="0"/>
                  <a:pt x="1121154" y="0"/>
                </a:cubicBezTo>
                <a:lnTo>
                  <a:pt x="157691" y="0"/>
                </a:lnTo>
                <a:cubicBezTo>
                  <a:pt x="134965" y="0"/>
                  <a:pt x="116564" y="18418"/>
                  <a:pt x="116564" y="41122"/>
                </a:cubicBezTo>
                <a:lnTo>
                  <a:pt x="116564" y="179875"/>
                </a:lnTo>
                <a:lnTo>
                  <a:pt x="20467" y="179875"/>
                </a:lnTo>
                <a:cubicBezTo>
                  <a:pt x="9152" y="179875"/>
                  <a:pt x="0" y="189045"/>
                  <a:pt x="0" y="200340"/>
                </a:cubicBezTo>
                <a:lnTo>
                  <a:pt x="0" y="538698"/>
                </a:lnTo>
                <a:cubicBezTo>
                  <a:pt x="0" y="549993"/>
                  <a:pt x="9171" y="559163"/>
                  <a:pt x="20467" y="559163"/>
                </a:cubicBezTo>
                <a:lnTo>
                  <a:pt x="116545" y="559163"/>
                </a:lnTo>
                <a:lnTo>
                  <a:pt x="116545" y="698090"/>
                </a:lnTo>
                <a:cubicBezTo>
                  <a:pt x="116545" y="720794"/>
                  <a:pt x="134965" y="739212"/>
                  <a:pt x="157671" y="739212"/>
                </a:cubicBezTo>
                <a:lnTo>
                  <a:pt x="1121154" y="739212"/>
                </a:lnTo>
                <a:cubicBezTo>
                  <a:pt x="1143860" y="739212"/>
                  <a:pt x="1162280" y="720794"/>
                  <a:pt x="1162280" y="698090"/>
                </a:cubicBezTo>
                <a:lnTo>
                  <a:pt x="1162280" y="559163"/>
                </a:lnTo>
                <a:lnTo>
                  <a:pt x="1262587" y="559163"/>
                </a:lnTo>
                <a:cubicBezTo>
                  <a:pt x="1273882" y="559163"/>
                  <a:pt x="1283053" y="549993"/>
                  <a:pt x="1283053" y="538698"/>
                </a:cubicBezTo>
                <a:lnTo>
                  <a:pt x="1283053" y="200340"/>
                </a:lnTo>
                <a:cubicBezTo>
                  <a:pt x="1283053" y="189045"/>
                  <a:pt x="1273882" y="179875"/>
                  <a:pt x="1262587" y="179875"/>
                </a:cubicBezTo>
                <a:close/>
                <a:moveTo>
                  <a:pt x="116545" y="538949"/>
                </a:moveTo>
                <a:lnTo>
                  <a:pt x="20467" y="538949"/>
                </a:lnTo>
                <a:cubicBezTo>
                  <a:pt x="20332" y="538949"/>
                  <a:pt x="20216" y="538834"/>
                  <a:pt x="20216" y="538698"/>
                </a:cubicBezTo>
                <a:lnTo>
                  <a:pt x="20216" y="200340"/>
                </a:lnTo>
                <a:cubicBezTo>
                  <a:pt x="20216" y="200204"/>
                  <a:pt x="20332" y="200089"/>
                  <a:pt x="20467" y="200089"/>
                </a:cubicBezTo>
                <a:lnTo>
                  <a:pt x="116545" y="200089"/>
                </a:lnTo>
                <a:lnTo>
                  <a:pt x="116545" y="538930"/>
                </a:lnTo>
                <a:close/>
                <a:moveTo>
                  <a:pt x="1136793" y="698090"/>
                </a:moveTo>
                <a:cubicBezTo>
                  <a:pt x="1136793" y="702260"/>
                  <a:pt x="1135171" y="706198"/>
                  <a:pt x="1132217" y="709152"/>
                </a:cubicBezTo>
                <a:cubicBezTo>
                  <a:pt x="1129263" y="712106"/>
                  <a:pt x="1125343" y="713728"/>
                  <a:pt x="1121154" y="713728"/>
                </a:cubicBezTo>
                <a:lnTo>
                  <a:pt x="157691" y="713728"/>
                </a:lnTo>
                <a:cubicBezTo>
                  <a:pt x="153520" y="713728"/>
                  <a:pt x="149581" y="712106"/>
                  <a:pt x="146627" y="709152"/>
                </a:cubicBezTo>
                <a:cubicBezTo>
                  <a:pt x="143673" y="706198"/>
                  <a:pt x="142051" y="702279"/>
                  <a:pt x="142051" y="698090"/>
                </a:cubicBezTo>
                <a:lnTo>
                  <a:pt x="142051" y="41122"/>
                </a:lnTo>
                <a:cubicBezTo>
                  <a:pt x="142051" y="36952"/>
                  <a:pt x="143673" y="33013"/>
                  <a:pt x="146627" y="30060"/>
                </a:cubicBezTo>
                <a:cubicBezTo>
                  <a:pt x="149581" y="27106"/>
                  <a:pt x="153520" y="25484"/>
                  <a:pt x="157691" y="25484"/>
                </a:cubicBezTo>
                <a:lnTo>
                  <a:pt x="1121173" y="25484"/>
                </a:lnTo>
                <a:cubicBezTo>
                  <a:pt x="1125343" y="25484"/>
                  <a:pt x="1129282" y="27106"/>
                  <a:pt x="1132237" y="30060"/>
                </a:cubicBezTo>
                <a:cubicBezTo>
                  <a:pt x="1135191" y="33013"/>
                  <a:pt x="1136813" y="36952"/>
                  <a:pt x="1136813" y="41122"/>
                </a:cubicBezTo>
                <a:lnTo>
                  <a:pt x="1136813" y="698090"/>
                </a:lnTo>
                <a:close/>
                <a:moveTo>
                  <a:pt x="1262838" y="538698"/>
                </a:moveTo>
                <a:cubicBezTo>
                  <a:pt x="1262838" y="538834"/>
                  <a:pt x="1262722" y="538949"/>
                  <a:pt x="1262587" y="538949"/>
                </a:cubicBezTo>
                <a:lnTo>
                  <a:pt x="1162280" y="538949"/>
                </a:lnTo>
                <a:lnTo>
                  <a:pt x="1162280" y="200108"/>
                </a:lnTo>
                <a:lnTo>
                  <a:pt x="1262587" y="200108"/>
                </a:lnTo>
                <a:cubicBezTo>
                  <a:pt x="1262722" y="200108"/>
                  <a:pt x="1262838" y="200224"/>
                  <a:pt x="1262838" y="200359"/>
                </a:cubicBezTo>
                <a:lnTo>
                  <a:pt x="1262838" y="538718"/>
                </a:lnTo>
                <a:close/>
                <a:moveTo>
                  <a:pt x="468245" y="243238"/>
                </a:moveTo>
                <a:cubicBezTo>
                  <a:pt x="481703" y="243238"/>
                  <a:pt x="494349" y="248470"/>
                  <a:pt x="503868" y="257988"/>
                </a:cubicBezTo>
                <a:cubicBezTo>
                  <a:pt x="513387" y="267505"/>
                  <a:pt x="518620" y="280151"/>
                  <a:pt x="518620" y="293607"/>
                </a:cubicBezTo>
                <a:cubicBezTo>
                  <a:pt x="518620" y="307064"/>
                  <a:pt x="513387" y="319709"/>
                  <a:pt x="503868" y="329227"/>
                </a:cubicBezTo>
                <a:cubicBezTo>
                  <a:pt x="494349" y="338745"/>
                  <a:pt x="481703" y="343977"/>
                  <a:pt x="468245" y="343977"/>
                </a:cubicBezTo>
                <a:cubicBezTo>
                  <a:pt x="454787" y="343977"/>
                  <a:pt x="442140" y="338745"/>
                  <a:pt x="432621" y="329227"/>
                </a:cubicBezTo>
                <a:cubicBezTo>
                  <a:pt x="423102" y="319709"/>
                  <a:pt x="417869" y="307064"/>
                  <a:pt x="417869" y="293607"/>
                </a:cubicBezTo>
                <a:cubicBezTo>
                  <a:pt x="417869" y="280151"/>
                  <a:pt x="423102" y="267505"/>
                  <a:pt x="432621" y="257988"/>
                </a:cubicBezTo>
                <a:cubicBezTo>
                  <a:pt x="442140" y="248470"/>
                  <a:pt x="454787" y="243238"/>
                  <a:pt x="468245" y="243238"/>
                </a:cubicBezTo>
                <a:moveTo>
                  <a:pt x="468245" y="218333"/>
                </a:moveTo>
                <a:cubicBezTo>
                  <a:pt x="426655" y="218333"/>
                  <a:pt x="392962" y="252041"/>
                  <a:pt x="392962" y="293607"/>
                </a:cubicBezTo>
                <a:cubicBezTo>
                  <a:pt x="392962" y="335173"/>
                  <a:pt x="426674" y="368882"/>
                  <a:pt x="468245" y="368882"/>
                </a:cubicBezTo>
                <a:cubicBezTo>
                  <a:pt x="509815" y="368882"/>
                  <a:pt x="543528" y="335173"/>
                  <a:pt x="543528" y="293607"/>
                </a:cubicBezTo>
                <a:cubicBezTo>
                  <a:pt x="543528" y="252041"/>
                  <a:pt x="509815" y="218333"/>
                  <a:pt x="468245" y="218333"/>
                </a:cubicBezTo>
                <a:lnTo>
                  <a:pt x="468245" y="218333"/>
                </a:lnTo>
                <a:close/>
                <a:moveTo>
                  <a:pt x="814809" y="243238"/>
                </a:moveTo>
                <a:cubicBezTo>
                  <a:pt x="828267" y="243238"/>
                  <a:pt x="840913" y="248470"/>
                  <a:pt x="850432" y="257988"/>
                </a:cubicBezTo>
                <a:cubicBezTo>
                  <a:pt x="859951" y="267505"/>
                  <a:pt x="865184" y="280151"/>
                  <a:pt x="865184" y="293607"/>
                </a:cubicBezTo>
                <a:cubicBezTo>
                  <a:pt x="865184" y="307064"/>
                  <a:pt x="859951" y="319709"/>
                  <a:pt x="850432" y="329227"/>
                </a:cubicBezTo>
                <a:cubicBezTo>
                  <a:pt x="840913" y="338745"/>
                  <a:pt x="828267" y="343977"/>
                  <a:pt x="814809" y="343977"/>
                </a:cubicBezTo>
                <a:cubicBezTo>
                  <a:pt x="801351" y="343977"/>
                  <a:pt x="788704" y="338745"/>
                  <a:pt x="779185" y="329227"/>
                </a:cubicBezTo>
                <a:cubicBezTo>
                  <a:pt x="769666" y="319709"/>
                  <a:pt x="764433" y="307064"/>
                  <a:pt x="764433" y="293607"/>
                </a:cubicBezTo>
                <a:cubicBezTo>
                  <a:pt x="764433" y="280151"/>
                  <a:pt x="769666" y="267505"/>
                  <a:pt x="779185" y="257988"/>
                </a:cubicBezTo>
                <a:cubicBezTo>
                  <a:pt x="788704" y="248470"/>
                  <a:pt x="801351" y="243238"/>
                  <a:pt x="814809" y="243238"/>
                </a:cubicBezTo>
                <a:moveTo>
                  <a:pt x="814809" y="218333"/>
                </a:moveTo>
                <a:cubicBezTo>
                  <a:pt x="773219" y="218333"/>
                  <a:pt x="739526" y="252041"/>
                  <a:pt x="739526" y="293607"/>
                </a:cubicBezTo>
                <a:cubicBezTo>
                  <a:pt x="739526" y="335173"/>
                  <a:pt x="773238" y="368882"/>
                  <a:pt x="814809" y="368882"/>
                </a:cubicBezTo>
                <a:cubicBezTo>
                  <a:pt x="856379" y="368882"/>
                  <a:pt x="890092" y="335173"/>
                  <a:pt x="890092" y="293607"/>
                </a:cubicBezTo>
                <a:cubicBezTo>
                  <a:pt x="890092" y="252041"/>
                  <a:pt x="856379" y="218333"/>
                  <a:pt x="814809" y="218333"/>
                </a:cubicBezTo>
                <a:lnTo>
                  <a:pt x="814809" y="218333"/>
                </a:lnTo>
                <a:close/>
              </a:path>
            </a:pathLst>
          </a:cu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64" name="Rounded Rectangle 17">
            <a:extLst>
              <a:ext uri="{FF2B5EF4-FFF2-40B4-BE49-F238E27FC236}">
                <a16:creationId xmlns:a16="http://schemas.microsoft.com/office/drawing/2014/main" id="{7D8D5FF2-D3B5-058D-3A2D-ED923A96FBED}"/>
              </a:ext>
            </a:extLst>
          </p:cNvPr>
          <p:cNvSpPr/>
          <p:nvPr/>
        </p:nvSpPr>
        <p:spPr>
          <a:xfrm>
            <a:off x="5321633" y="5969928"/>
            <a:ext cx="1371600" cy="457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41B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 Short-term</a:t>
            </a:r>
          </a:p>
        </p:txBody>
      </p:sp>
      <p:pic>
        <p:nvPicPr>
          <p:cNvPr id="65" name="Content Placeholder 71">
            <a:extLst>
              <a:ext uri="{FF2B5EF4-FFF2-40B4-BE49-F238E27FC236}">
                <a16:creationId xmlns:a16="http://schemas.microsoft.com/office/drawing/2014/main" id="{01BDFCBB-62BC-03E3-8690-58FB42C53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9546" y="1356415"/>
            <a:ext cx="256390" cy="2563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01B0702-C011-B969-9D23-88B59C430882}"/>
              </a:ext>
            </a:extLst>
          </p:cNvPr>
          <p:cNvGrpSpPr>
            <a:grpSpLocks noChangeAspect="1"/>
          </p:cNvGrpSpPr>
          <p:nvPr/>
        </p:nvGrpSpPr>
        <p:grpSpPr>
          <a:xfrm>
            <a:off x="5379085" y="2981942"/>
            <a:ext cx="836730" cy="822960"/>
            <a:chOff x="4341658" y="1748230"/>
            <a:chExt cx="625295" cy="620061"/>
          </a:xfrm>
        </p:grpSpPr>
        <p:sp>
          <p:nvSpPr>
            <p:cNvPr id="4" name="Freeform: Shape 31">
              <a:extLst>
                <a:ext uri="{FF2B5EF4-FFF2-40B4-BE49-F238E27FC236}">
                  <a16:creationId xmlns:a16="http://schemas.microsoft.com/office/drawing/2014/main" id="{8E0D1FD0-E4A1-49AC-BF3B-16AB0867C8F6}"/>
                </a:ext>
              </a:extLst>
            </p:cNvPr>
            <p:cNvSpPr/>
            <p:nvPr/>
          </p:nvSpPr>
          <p:spPr>
            <a:xfrm>
              <a:off x="4341658" y="1992883"/>
              <a:ext cx="5234" cy="137453"/>
            </a:xfrm>
            <a:custGeom>
              <a:avLst/>
              <a:gdLst>
                <a:gd name="connsiteX0" fmla="*/ 0 w 2286"/>
                <a:gd name="connsiteY0" fmla="*/ 60030 h 60030"/>
                <a:gd name="connsiteX1" fmla="*/ 0 w 2286"/>
                <a:gd name="connsiteY1" fmla="*/ 30015 h 60030"/>
                <a:gd name="connsiteX2" fmla="*/ 0 w 2286"/>
                <a:gd name="connsiteY2" fmla="*/ 0 h 60030"/>
                <a:gd name="connsiteX3" fmla="*/ 0 w 2286"/>
                <a:gd name="connsiteY3" fmla="*/ 60030 h 60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" h="60030">
                  <a:moveTo>
                    <a:pt x="0" y="60030"/>
                  </a:moveTo>
                  <a:lnTo>
                    <a:pt x="0" y="30015"/>
                  </a:lnTo>
                  <a:lnTo>
                    <a:pt x="0" y="0"/>
                  </a:lnTo>
                  <a:lnTo>
                    <a:pt x="0" y="60030"/>
                  </a:lnTo>
                  <a:close/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5" name="Freeform: Shape 32">
              <a:extLst>
                <a:ext uri="{FF2B5EF4-FFF2-40B4-BE49-F238E27FC236}">
                  <a16:creationId xmlns:a16="http://schemas.microsoft.com/office/drawing/2014/main" id="{74A918CB-B90C-E1AE-8D59-0328385949C9}"/>
                </a:ext>
              </a:extLst>
            </p:cNvPr>
            <p:cNvSpPr/>
            <p:nvPr/>
          </p:nvSpPr>
          <p:spPr>
            <a:xfrm>
              <a:off x="4496647" y="1864485"/>
              <a:ext cx="77519" cy="197124"/>
            </a:xfrm>
            <a:custGeom>
              <a:avLst/>
              <a:gdLst>
                <a:gd name="connsiteX0" fmla="*/ 0 w 33855"/>
                <a:gd name="connsiteY0" fmla="*/ 86091 h 86090"/>
                <a:gd name="connsiteX1" fmla="*/ 0 w 33855"/>
                <a:gd name="connsiteY1" fmla="*/ 50772 h 86090"/>
                <a:gd name="connsiteX2" fmla="*/ 33856 w 33855"/>
                <a:gd name="connsiteY2" fmla="*/ 33856 h 86090"/>
                <a:gd name="connsiteX3" fmla="*/ 33856 w 33855"/>
                <a:gd name="connsiteY3" fmla="*/ 0 h 86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55" h="86090">
                  <a:moveTo>
                    <a:pt x="0" y="86091"/>
                  </a:moveTo>
                  <a:lnTo>
                    <a:pt x="0" y="50772"/>
                  </a:lnTo>
                  <a:lnTo>
                    <a:pt x="33856" y="33856"/>
                  </a:lnTo>
                  <a:lnTo>
                    <a:pt x="33856" y="0"/>
                  </a:lnTo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7" name="Freeform: Shape 33">
              <a:extLst>
                <a:ext uri="{FF2B5EF4-FFF2-40B4-BE49-F238E27FC236}">
                  <a16:creationId xmlns:a16="http://schemas.microsoft.com/office/drawing/2014/main" id="{5C3AC257-0D74-3A2E-0C21-BD33F6AA3CCB}"/>
                </a:ext>
              </a:extLst>
            </p:cNvPr>
            <p:cNvSpPr/>
            <p:nvPr/>
          </p:nvSpPr>
          <p:spPr>
            <a:xfrm>
              <a:off x="4419178" y="1942005"/>
              <a:ext cx="77467" cy="38733"/>
            </a:xfrm>
            <a:custGeom>
              <a:avLst/>
              <a:gdLst>
                <a:gd name="connsiteX0" fmla="*/ 33833 w 33832"/>
                <a:gd name="connsiteY0" fmla="*/ 16916 h 16916"/>
                <a:gd name="connsiteX1" fmla="*/ 0 w 33832"/>
                <a:gd name="connsiteY1" fmla="*/ 0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832" h="16916">
                  <a:moveTo>
                    <a:pt x="33833" y="16916"/>
                  </a:moveTo>
                  <a:lnTo>
                    <a:pt x="0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8" name="Freeform: Shape 34">
              <a:extLst>
                <a:ext uri="{FF2B5EF4-FFF2-40B4-BE49-F238E27FC236}">
                  <a16:creationId xmlns:a16="http://schemas.microsoft.com/office/drawing/2014/main" id="{764BC7F6-9336-2827-1CBF-3D19F3845783}"/>
                </a:ext>
              </a:extLst>
            </p:cNvPr>
            <p:cNvSpPr/>
            <p:nvPr/>
          </p:nvSpPr>
          <p:spPr>
            <a:xfrm>
              <a:off x="4496647" y="1795129"/>
              <a:ext cx="5234" cy="95212"/>
            </a:xfrm>
            <a:custGeom>
              <a:avLst/>
              <a:gdLst>
                <a:gd name="connsiteX0" fmla="*/ 0 w 2286"/>
                <a:gd name="connsiteY0" fmla="*/ 41582 h 41582"/>
                <a:gd name="connsiteX1" fmla="*/ 0 w 2286"/>
                <a:gd name="connsiteY1" fmla="*/ 0 h 41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" h="41582">
                  <a:moveTo>
                    <a:pt x="0" y="41582"/>
                  </a:moveTo>
                  <a:lnTo>
                    <a:pt x="0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9" name="Freeform: Shape 35">
              <a:extLst>
                <a:ext uri="{FF2B5EF4-FFF2-40B4-BE49-F238E27FC236}">
                  <a16:creationId xmlns:a16="http://schemas.microsoft.com/office/drawing/2014/main" id="{A273E3B3-D322-84B8-CA26-CF307EF274FF}"/>
                </a:ext>
              </a:extLst>
            </p:cNvPr>
            <p:cNvSpPr/>
            <p:nvPr/>
          </p:nvSpPr>
          <p:spPr>
            <a:xfrm>
              <a:off x="4341658" y="2018480"/>
              <a:ext cx="74641" cy="43968"/>
            </a:xfrm>
            <a:custGeom>
              <a:avLst/>
              <a:gdLst>
                <a:gd name="connsiteX0" fmla="*/ 0 w 32598"/>
                <a:gd name="connsiteY0" fmla="*/ 19202 h 19202"/>
                <a:gd name="connsiteX1" fmla="*/ 32598 w 32598"/>
                <a:gd name="connsiteY1" fmla="*/ 0 h 19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598" h="19202">
                  <a:moveTo>
                    <a:pt x="0" y="19202"/>
                  </a:moveTo>
                  <a:lnTo>
                    <a:pt x="32598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10" name="Freeform: Shape 36">
              <a:extLst>
                <a:ext uri="{FF2B5EF4-FFF2-40B4-BE49-F238E27FC236}">
                  <a16:creationId xmlns:a16="http://schemas.microsoft.com/office/drawing/2014/main" id="{425CB51E-598F-0D5B-A9E4-AC2A56422866}"/>
                </a:ext>
              </a:extLst>
            </p:cNvPr>
            <p:cNvSpPr/>
            <p:nvPr/>
          </p:nvSpPr>
          <p:spPr>
            <a:xfrm>
              <a:off x="4419178" y="2135781"/>
              <a:ext cx="77467" cy="51661"/>
            </a:xfrm>
            <a:custGeom>
              <a:avLst/>
              <a:gdLst>
                <a:gd name="connsiteX0" fmla="*/ 0 w 33832"/>
                <a:gd name="connsiteY0" fmla="*/ 22563 h 22562"/>
                <a:gd name="connsiteX1" fmla="*/ 33833 w 33832"/>
                <a:gd name="connsiteY1" fmla="*/ 0 h 2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832" h="22562">
                  <a:moveTo>
                    <a:pt x="0" y="22563"/>
                  </a:moveTo>
                  <a:lnTo>
                    <a:pt x="33833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11" name="Freeform: Shape 37">
              <a:extLst>
                <a:ext uri="{FF2B5EF4-FFF2-40B4-BE49-F238E27FC236}">
                  <a16:creationId xmlns:a16="http://schemas.microsoft.com/office/drawing/2014/main" id="{3EA7766A-C6EB-145D-F895-DC2151F8205B}"/>
                </a:ext>
              </a:extLst>
            </p:cNvPr>
            <p:cNvSpPr/>
            <p:nvPr/>
          </p:nvSpPr>
          <p:spPr>
            <a:xfrm>
              <a:off x="4490000" y="2282291"/>
              <a:ext cx="74641" cy="43915"/>
            </a:xfrm>
            <a:custGeom>
              <a:avLst/>
              <a:gdLst>
                <a:gd name="connsiteX0" fmla="*/ 0 w 32598"/>
                <a:gd name="connsiteY0" fmla="*/ 19180 h 19179"/>
                <a:gd name="connsiteX1" fmla="*/ 32598 w 32598"/>
                <a:gd name="connsiteY1" fmla="*/ 0 h 1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598" h="19179">
                  <a:moveTo>
                    <a:pt x="0" y="19180"/>
                  </a:moveTo>
                  <a:lnTo>
                    <a:pt x="32598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12" name="Freeform: Shape 38">
              <a:extLst>
                <a:ext uri="{FF2B5EF4-FFF2-40B4-BE49-F238E27FC236}">
                  <a16:creationId xmlns:a16="http://schemas.microsoft.com/office/drawing/2014/main" id="{FDEF3DBD-A7E1-0CCF-3A39-DDB0D5DF2B09}"/>
                </a:ext>
              </a:extLst>
            </p:cNvPr>
            <p:cNvSpPr/>
            <p:nvPr/>
          </p:nvSpPr>
          <p:spPr>
            <a:xfrm>
              <a:off x="4483771" y="2135781"/>
              <a:ext cx="167916" cy="90397"/>
            </a:xfrm>
            <a:custGeom>
              <a:avLst/>
              <a:gdLst>
                <a:gd name="connsiteX0" fmla="*/ 0 w 73334"/>
                <a:gd name="connsiteY0" fmla="*/ 39479 h 39479"/>
                <a:gd name="connsiteX1" fmla="*/ 73335 w 73334"/>
                <a:gd name="connsiteY1" fmla="*/ 0 h 39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334" h="39479">
                  <a:moveTo>
                    <a:pt x="0" y="39479"/>
                  </a:moveTo>
                  <a:lnTo>
                    <a:pt x="73335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13" name="Freeform: Shape 39">
              <a:extLst>
                <a:ext uri="{FF2B5EF4-FFF2-40B4-BE49-F238E27FC236}">
                  <a16:creationId xmlns:a16="http://schemas.microsoft.com/office/drawing/2014/main" id="{54F3901F-CE57-6802-4B59-E3D893FE1D4D}"/>
                </a:ext>
              </a:extLst>
            </p:cNvPr>
            <p:cNvSpPr/>
            <p:nvPr/>
          </p:nvSpPr>
          <p:spPr>
            <a:xfrm>
              <a:off x="4419178" y="2058262"/>
              <a:ext cx="77467" cy="51661"/>
            </a:xfrm>
            <a:custGeom>
              <a:avLst/>
              <a:gdLst>
                <a:gd name="connsiteX0" fmla="*/ 0 w 33832"/>
                <a:gd name="connsiteY0" fmla="*/ 22563 h 22562"/>
                <a:gd name="connsiteX1" fmla="*/ 33833 w 33832"/>
                <a:gd name="connsiteY1" fmla="*/ 0 h 2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832" h="22562">
                  <a:moveTo>
                    <a:pt x="0" y="22563"/>
                  </a:moveTo>
                  <a:lnTo>
                    <a:pt x="33833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14" name="Freeform: Shape 40">
              <a:extLst>
                <a:ext uri="{FF2B5EF4-FFF2-40B4-BE49-F238E27FC236}">
                  <a16:creationId xmlns:a16="http://schemas.microsoft.com/office/drawing/2014/main" id="{CF1D0A6C-CE60-EAA5-36F2-30F19A8062E9}"/>
                </a:ext>
              </a:extLst>
            </p:cNvPr>
            <p:cNvSpPr/>
            <p:nvPr/>
          </p:nvSpPr>
          <p:spPr>
            <a:xfrm>
              <a:off x="4341658" y="1748230"/>
              <a:ext cx="310029" cy="620061"/>
            </a:xfrm>
            <a:custGeom>
              <a:avLst/>
              <a:gdLst>
                <a:gd name="connsiteX0" fmla="*/ 135400 w 135399"/>
                <a:gd name="connsiteY0" fmla="*/ 22563 h 270799"/>
                <a:gd name="connsiteX1" fmla="*/ 101544 w 135399"/>
                <a:gd name="connsiteY1" fmla="*/ 0 h 270799"/>
                <a:gd name="connsiteX2" fmla="*/ 33856 w 135399"/>
                <a:gd name="connsiteY2" fmla="*/ 39479 h 270799"/>
                <a:gd name="connsiteX3" fmla="*/ 33856 w 135399"/>
                <a:gd name="connsiteY3" fmla="*/ 84331 h 270799"/>
                <a:gd name="connsiteX4" fmla="*/ 0 w 135399"/>
                <a:gd name="connsiteY4" fmla="*/ 101544 h 270799"/>
                <a:gd name="connsiteX5" fmla="*/ 0 w 135399"/>
                <a:gd name="connsiteY5" fmla="*/ 136863 h 270799"/>
                <a:gd name="connsiteX6" fmla="*/ 0 w 135399"/>
                <a:gd name="connsiteY6" fmla="*/ 169255 h 270799"/>
                <a:gd name="connsiteX7" fmla="*/ 33856 w 135399"/>
                <a:gd name="connsiteY7" fmla="*/ 191818 h 270799"/>
                <a:gd name="connsiteX8" fmla="*/ 33856 w 135399"/>
                <a:gd name="connsiteY8" fmla="*/ 231320 h 270799"/>
                <a:gd name="connsiteX9" fmla="*/ 101544 w 135399"/>
                <a:gd name="connsiteY9" fmla="*/ 270800 h 270799"/>
                <a:gd name="connsiteX10" fmla="*/ 135400 w 135399"/>
                <a:gd name="connsiteY10" fmla="*/ 252672 h 270799"/>
                <a:gd name="connsiteX11" fmla="*/ 135400 w 135399"/>
                <a:gd name="connsiteY11" fmla="*/ 135400 h 270799"/>
                <a:gd name="connsiteX12" fmla="*/ 101544 w 135399"/>
                <a:gd name="connsiteY12" fmla="*/ 118483 h 27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5399" h="270799">
                  <a:moveTo>
                    <a:pt x="135400" y="22563"/>
                  </a:moveTo>
                  <a:lnTo>
                    <a:pt x="101544" y="0"/>
                  </a:lnTo>
                  <a:lnTo>
                    <a:pt x="33856" y="39479"/>
                  </a:lnTo>
                  <a:lnTo>
                    <a:pt x="33856" y="84331"/>
                  </a:lnTo>
                  <a:lnTo>
                    <a:pt x="0" y="101544"/>
                  </a:lnTo>
                  <a:lnTo>
                    <a:pt x="0" y="136863"/>
                  </a:lnTo>
                  <a:lnTo>
                    <a:pt x="0" y="169255"/>
                  </a:lnTo>
                  <a:lnTo>
                    <a:pt x="33856" y="191818"/>
                  </a:lnTo>
                  <a:lnTo>
                    <a:pt x="33856" y="231320"/>
                  </a:lnTo>
                  <a:lnTo>
                    <a:pt x="101544" y="270800"/>
                  </a:lnTo>
                  <a:lnTo>
                    <a:pt x="135400" y="252672"/>
                  </a:lnTo>
                  <a:lnTo>
                    <a:pt x="135400" y="135400"/>
                  </a:lnTo>
                  <a:lnTo>
                    <a:pt x="101544" y="118483"/>
                  </a:lnTo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15" name="Freeform: Shape 41">
              <a:extLst>
                <a:ext uri="{FF2B5EF4-FFF2-40B4-BE49-F238E27FC236}">
                  <a16:creationId xmlns:a16="http://schemas.microsoft.com/office/drawing/2014/main" id="{9C04C201-1B34-B85E-6EB9-F460071F1FB7}"/>
                </a:ext>
              </a:extLst>
            </p:cNvPr>
            <p:cNvSpPr/>
            <p:nvPr/>
          </p:nvSpPr>
          <p:spPr>
            <a:xfrm>
              <a:off x="4496647" y="2058262"/>
              <a:ext cx="77519" cy="116255"/>
            </a:xfrm>
            <a:custGeom>
              <a:avLst/>
              <a:gdLst>
                <a:gd name="connsiteX0" fmla="*/ 33856 w 33855"/>
                <a:gd name="connsiteY0" fmla="*/ 50772 h 50772"/>
                <a:gd name="connsiteX1" fmla="*/ 33856 w 33855"/>
                <a:gd name="connsiteY1" fmla="*/ 22563 h 50772"/>
                <a:gd name="connsiteX2" fmla="*/ 0 w 33855"/>
                <a:gd name="connsiteY2" fmla="*/ 0 h 5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855" h="50772">
                  <a:moveTo>
                    <a:pt x="33856" y="50772"/>
                  </a:moveTo>
                  <a:lnTo>
                    <a:pt x="33856" y="22563"/>
                  </a:lnTo>
                  <a:lnTo>
                    <a:pt x="0" y="0"/>
                  </a:lnTo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16" name="Freeform: Shape 42">
              <a:extLst>
                <a:ext uri="{FF2B5EF4-FFF2-40B4-BE49-F238E27FC236}">
                  <a16:creationId xmlns:a16="http://schemas.microsoft.com/office/drawing/2014/main" id="{9CCC4178-2B95-8920-25E6-A3AC931504C1}"/>
                </a:ext>
              </a:extLst>
            </p:cNvPr>
            <p:cNvSpPr/>
            <p:nvPr/>
          </p:nvSpPr>
          <p:spPr>
            <a:xfrm>
              <a:off x="4961719" y="1992936"/>
              <a:ext cx="5234" cy="137453"/>
            </a:xfrm>
            <a:custGeom>
              <a:avLst/>
              <a:gdLst>
                <a:gd name="connsiteX0" fmla="*/ 0 w 2286"/>
                <a:gd name="connsiteY0" fmla="*/ 0 h 60030"/>
                <a:gd name="connsiteX1" fmla="*/ 0 w 2286"/>
                <a:gd name="connsiteY1" fmla="*/ 30015 h 60030"/>
                <a:gd name="connsiteX2" fmla="*/ 0 w 2286"/>
                <a:gd name="connsiteY2" fmla="*/ 60030 h 60030"/>
                <a:gd name="connsiteX3" fmla="*/ 0 w 2286"/>
                <a:gd name="connsiteY3" fmla="*/ 0 h 60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" h="60030">
                  <a:moveTo>
                    <a:pt x="0" y="0"/>
                  </a:moveTo>
                  <a:lnTo>
                    <a:pt x="0" y="30015"/>
                  </a:lnTo>
                  <a:lnTo>
                    <a:pt x="0" y="600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17" name="Freeform: Shape 43">
              <a:extLst>
                <a:ext uri="{FF2B5EF4-FFF2-40B4-BE49-F238E27FC236}">
                  <a16:creationId xmlns:a16="http://schemas.microsoft.com/office/drawing/2014/main" id="{ED4FF52B-C0AB-AED9-F3B9-ECB264C04F1A}"/>
                </a:ext>
              </a:extLst>
            </p:cNvPr>
            <p:cNvSpPr/>
            <p:nvPr/>
          </p:nvSpPr>
          <p:spPr>
            <a:xfrm>
              <a:off x="4884200" y="2096995"/>
              <a:ext cx="77519" cy="38786"/>
            </a:xfrm>
            <a:custGeom>
              <a:avLst/>
              <a:gdLst>
                <a:gd name="connsiteX0" fmla="*/ 0 w 33855"/>
                <a:gd name="connsiteY0" fmla="*/ 0 h 16939"/>
                <a:gd name="connsiteX1" fmla="*/ 33856 w 33855"/>
                <a:gd name="connsiteY1" fmla="*/ 16939 h 1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855" h="16939">
                  <a:moveTo>
                    <a:pt x="0" y="0"/>
                  </a:moveTo>
                  <a:lnTo>
                    <a:pt x="33856" y="16939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18" name="Freeform: Shape 44">
              <a:extLst>
                <a:ext uri="{FF2B5EF4-FFF2-40B4-BE49-F238E27FC236}">
                  <a16:creationId xmlns:a16="http://schemas.microsoft.com/office/drawing/2014/main" id="{21141941-9928-23DA-944F-13BA16ABDA8A}"/>
                </a:ext>
              </a:extLst>
            </p:cNvPr>
            <p:cNvSpPr/>
            <p:nvPr/>
          </p:nvSpPr>
          <p:spPr>
            <a:xfrm>
              <a:off x="4832536" y="1890343"/>
              <a:ext cx="51661" cy="5234"/>
            </a:xfrm>
            <a:custGeom>
              <a:avLst/>
              <a:gdLst>
                <a:gd name="connsiteX0" fmla="*/ 22563 w 22562"/>
                <a:gd name="connsiteY0" fmla="*/ 0 h 2286"/>
                <a:gd name="connsiteX1" fmla="*/ 0 w 22562"/>
                <a:gd name="connsiteY1" fmla="*/ 0 h 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62" h="2286">
                  <a:moveTo>
                    <a:pt x="22563" y="0"/>
                  </a:moveTo>
                  <a:lnTo>
                    <a:pt x="0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19" name="Freeform: Shape 45">
              <a:extLst>
                <a:ext uri="{FF2B5EF4-FFF2-40B4-BE49-F238E27FC236}">
                  <a16:creationId xmlns:a16="http://schemas.microsoft.com/office/drawing/2014/main" id="{BF6B971A-5937-1746-991F-EA53B03F154F}"/>
                </a:ext>
              </a:extLst>
            </p:cNvPr>
            <p:cNvSpPr/>
            <p:nvPr/>
          </p:nvSpPr>
          <p:spPr>
            <a:xfrm>
              <a:off x="4651690" y="2239108"/>
              <a:ext cx="77519" cy="5234"/>
            </a:xfrm>
            <a:custGeom>
              <a:avLst/>
              <a:gdLst>
                <a:gd name="connsiteX0" fmla="*/ 0 w 33855"/>
                <a:gd name="connsiteY0" fmla="*/ 0 h 2286"/>
                <a:gd name="connsiteX1" fmla="*/ 33856 w 33855"/>
                <a:gd name="connsiteY1" fmla="*/ 0 h 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855" h="2286">
                  <a:moveTo>
                    <a:pt x="0" y="0"/>
                  </a:moveTo>
                  <a:lnTo>
                    <a:pt x="33856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20" name="Freeform: Shape 46">
              <a:extLst>
                <a:ext uri="{FF2B5EF4-FFF2-40B4-BE49-F238E27FC236}">
                  <a16:creationId xmlns:a16="http://schemas.microsoft.com/office/drawing/2014/main" id="{D34BEE0F-44D6-A523-32F8-388A41810CA3}"/>
                </a:ext>
              </a:extLst>
            </p:cNvPr>
            <p:cNvSpPr/>
            <p:nvPr/>
          </p:nvSpPr>
          <p:spPr>
            <a:xfrm>
              <a:off x="4780873" y="1864485"/>
              <a:ext cx="51714" cy="51714"/>
            </a:xfrm>
            <a:custGeom>
              <a:avLst/>
              <a:gdLst>
                <a:gd name="connsiteX0" fmla="*/ 22586 w 22585"/>
                <a:gd name="connsiteY0" fmla="*/ 11293 h 22585"/>
                <a:gd name="connsiteX1" fmla="*/ 11293 w 22585"/>
                <a:gd name="connsiteY1" fmla="*/ 22586 h 22585"/>
                <a:gd name="connsiteX2" fmla="*/ 0 w 22585"/>
                <a:gd name="connsiteY2" fmla="*/ 11293 h 22585"/>
                <a:gd name="connsiteX3" fmla="*/ 11293 w 22585"/>
                <a:gd name="connsiteY3" fmla="*/ 0 h 22585"/>
                <a:gd name="connsiteX4" fmla="*/ 22586 w 22585"/>
                <a:gd name="connsiteY4" fmla="*/ 11293 h 22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85" h="22585">
                  <a:moveTo>
                    <a:pt x="22586" y="11293"/>
                  </a:moveTo>
                  <a:cubicBezTo>
                    <a:pt x="22586" y="17530"/>
                    <a:pt x="17530" y="22586"/>
                    <a:pt x="11293" y="22586"/>
                  </a:cubicBezTo>
                  <a:cubicBezTo>
                    <a:pt x="5056" y="22586"/>
                    <a:pt x="0" y="17530"/>
                    <a:pt x="0" y="11293"/>
                  </a:cubicBezTo>
                  <a:cubicBezTo>
                    <a:pt x="0" y="5056"/>
                    <a:pt x="5056" y="0"/>
                    <a:pt x="11293" y="0"/>
                  </a:cubicBezTo>
                  <a:cubicBezTo>
                    <a:pt x="17530" y="0"/>
                    <a:pt x="22586" y="5056"/>
                    <a:pt x="22586" y="11293"/>
                  </a:cubicBezTo>
                  <a:close/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21" name="Freeform: Shape 47">
              <a:extLst>
                <a:ext uri="{FF2B5EF4-FFF2-40B4-BE49-F238E27FC236}">
                  <a16:creationId xmlns:a16="http://schemas.microsoft.com/office/drawing/2014/main" id="{DAAEEBFD-F75D-2740-0D32-B1353A944B30}"/>
                </a:ext>
              </a:extLst>
            </p:cNvPr>
            <p:cNvSpPr/>
            <p:nvPr/>
          </p:nvSpPr>
          <p:spPr>
            <a:xfrm>
              <a:off x="4729157" y="2213250"/>
              <a:ext cx="51714" cy="51714"/>
            </a:xfrm>
            <a:custGeom>
              <a:avLst/>
              <a:gdLst>
                <a:gd name="connsiteX0" fmla="*/ 22586 w 22585"/>
                <a:gd name="connsiteY0" fmla="*/ 11293 h 22585"/>
                <a:gd name="connsiteX1" fmla="*/ 11293 w 22585"/>
                <a:gd name="connsiteY1" fmla="*/ 22586 h 22585"/>
                <a:gd name="connsiteX2" fmla="*/ 0 w 22585"/>
                <a:gd name="connsiteY2" fmla="*/ 11293 h 22585"/>
                <a:gd name="connsiteX3" fmla="*/ 11293 w 22585"/>
                <a:gd name="connsiteY3" fmla="*/ 0 h 22585"/>
                <a:gd name="connsiteX4" fmla="*/ 22586 w 22585"/>
                <a:gd name="connsiteY4" fmla="*/ 11293 h 22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85" h="22585">
                  <a:moveTo>
                    <a:pt x="22586" y="11293"/>
                  </a:moveTo>
                  <a:cubicBezTo>
                    <a:pt x="22586" y="17530"/>
                    <a:pt x="17530" y="22586"/>
                    <a:pt x="11293" y="22586"/>
                  </a:cubicBezTo>
                  <a:cubicBezTo>
                    <a:pt x="5056" y="22586"/>
                    <a:pt x="0" y="17530"/>
                    <a:pt x="0" y="11293"/>
                  </a:cubicBezTo>
                  <a:cubicBezTo>
                    <a:pt x="0" y="5056"/>
                    <a:pt x="5056" y="0"/>
                    <a:pt x="11293" y="0"/>
                  </a:cubicBezTo>
                  <a:cubicBezTo>
                    <a:pt x="17530" y="0"/>
                    <a:pt x="22586" y="5056"/>
                    <a:pt x="22586" y="11293"/>
                  </a:cubicBezTo>
                  <a:close/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22" name="Freeform: Shape 48">
              <a:extLst>
                <a:ext uri="{FF2B5EF4-FFF2-40B4-BE49-F238E27FC236}">
                  <a16:creationId xmlns:a16="http://schemas.microsoft.com/office/drawing/2014/main" id="{2E7CF074-2D89-F131-A734-369714B7B2C0}"/>
                </a:ext>
              </a:extLst>
            </p:cNvPr>
            <p:cNvSpPr/>
            <p:nvPr/>
          </p:nvSpPr>
          <p:spPr>
            <a:xfrm>
              <a:off x="4651690" y="1748230"/>
              <a:ext cx="310029" cy="620061"/>
            </a:xfrm>
            <a:custGeom>
              <a:avLst/>
              <a:gdLst>
                <a:gd name="connsiteX0" fmla="*/ 33856 w 135399"/>
                <a:gd name="connsiteY0" fmla="*/ 112837 h 270799"/>
                <a:gd name="connsiteX1" fmla="*/ 0 w 135399"/>
                <a:gd name="connsiteY1" fmla="*/ 90274 h 270799"/>
                <a:gd name="connsiteX2" fmla="*/ 0 w 135399"/>
                <a:gd name="connsiteY2" fmla="*/ 22563 h 270799"/>
                <a:gd name="connsiteX3" fmla="*/ 33856 w 135399"/>
                <a:gd name="connsiteY3" fmla="*/ 0 h 270799"/>
                <a:gd name="connsiteX4" fmla="*/ 101544 w 135399"/>
                <a:gd name="connsiteY4" fmla="*/ 40462 h 270799"/>
                <a:gd name="connsiteX5" fmla="*/ 101567 w 135399"/>
                <a:gd name="connsiteY5" fmla="*/ 84353 h 270799"/>
                <a:gd name="connsiteX6" fmla="*/ 135400 w 135399"/>
                <a:gd name="connsiteY6" fmla="*/ 103556 h 270799"/>
                <a:gd name="connsiteX7" fmla="*/ 135400 w 135399"/>
                <a:gd name="connsiteY7" fmla="*/ 136886 h 270799"/>
                <a:gd name="connsiteX8" fmla="*/ 135400 w 135399"/>
                <a:gd name="connsiteY8" fmla="*/ 169255 h 270799"/>
                <a:gd name="connsiteX9" fmla="*/ 101544 w 135399"/>
                <a:gd name="connsiteY9" fmla="*/ 191818 h 270799"/>
                <a:gd name="connsiteX10" fmla="*/ 101544 w 135399"/>
                <a:gd name="connsiteY10" fmla="*/ 231320 h 270799"/>
                <a:gd name="connsiteX11" fmla="*/ 33856 w 135399"/>
                <a:gd name="connsiteY11" fmla="*/ 270800 h 270799"/>
                <a:gd name="connsiteX12" fmla="*/ 0 w 135399"/>
                <a:gd name="connsiteY12" fmla="*/ 253883 h 270799"/>
                <a:gd name="connsiteX13" fmla="*/ 0 w 135399"/>
                <a:gd name="connsiteY13" fmla="*/ 137206 h 27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399" h="270799">
                  <a:moveTo>
                    <a:pt x="33856" y="112837"/>
                  </a:moveTo>
                  <a:lnTo>
                    <a:pt x="0" y="90274"/>
                  </a:lnTo>
                  <a:lnTo>
                    <a:pt x="0" y="22563"/>
                  </a:lnTo>
                  <a:lnTo>
                    <a:pt x="33856" y="0"/>
                  </a:lnTo>
                  <a:lnTo>
                    <a:pt x="101544" y="40462"/>
                  </a:lnTo>
                  <a:lnTo>
                    <a:pt x="101567" y="84353"/>
                  </a:lnTo>
                  <a:lnTo>
                    <a:pt x="135400" y="103556"/>
                  </a:lnTo>
                  <a:lnTo>
                    <a:pt x="135400" y="136886"/>
                  </a:lnTo>
                  <a:lnTo>
                    <a:pt x="135400" y="169255"/>
                  </a:lnTo>
                  <a:lnTo>
                    <a:pt x="101544" y="191818"/>
                  </a:lnTo>
                  <a:lnTo>
                    <a:pt x="101544" y="231320"/>
                  </a:lnTo>
                  <a:lnTo>
                    <a:pt x="33856" y="270800"/>
                  </a:lnTo>
                  <a:lnTo>
                    <a:pt x="0" y="253883"/>
                  </a:lnTo>
                  <a:lnTo>
                    <a:pt x="0" y="137206"/>
                  </a:lnTo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23" name="Freeform: Shape 49">
              <a:extLst>
                <a:ext uri="{FF2B5EF4-FFF2-40B4-BE49-F238E27FC236}">
                  <a16:creationId xmlns:a16="http://schemas.microsoft.com/office/drawing/2014/main" id="{F3FAFFC0-A962-0282-73B6-341D21EBFF7F}"/>
                </a:ext>
              </a:extLst>
            </p:cNvPr>
            <p:cNvSpPr/>
            <p:nvPr/>
          </p:nvSpPr>
          <p:spPr>
            <a:xfrm>
              <a:off x="4832536" y="2058262"/>
              <a:ext cx="51714" cy="51714"/>
            </a:xfrm>
            <a:custGeom>
              <a:avLst/>
              <a:gdLst>
                <a:gd name="connsiteX0" fmla="*/ 22586 w 22585"/>
                <a:gd name="connsiteY0" fmla="*/ 11293 h 22585"/>
                <a:gd name="connsiteX1" fmla="*/ 11293 w 22585"/>
                <a:gd name="connsiteY1" fmla="*/ 22586 h 22585"/>
                <a:gd name="connsiteX2" fmla="*/ 0 w 22585"/>
                <a:gd name="connsiteY2" fmla="*/ 11293 h 22585"/>
                <a:gd name="connsiteX3" fmla="*/ 11293 w 22585"/>
                <a:gd name="connsiteY3" fmla="*/ 0 h 22585"/>
                <a:gd name="connsiteX4" fmla="*/ 22586 w 22585"/>
                <a:gd name="connsiteY4" fmla="*/ 11293 h 22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85" h="22585">
                  <a:moveTo>
                    <a:pt x="22586" y="11293"/>
                  </a:moveTo>
                  <a:cubicBezTo>
                    <a:pt x="22586" y="17530"/>
                    <a:pt x="17530" y="22586"/>
                    <a:pt x="11293" y="22586"/>
                  </a:cubicBezTo>
                  <a:cubicBezTo>
                    <a:pt x="5056" y="22586"/>
                    <a:pt x="0" y="17530"/>
                    <a:pt x="0" y="11293"/>
                  </a:cubicBezTo>
                  <a:cubicBezTo>
                    <a:pt x="0" y="5056"/>
                    <a:pt x="5056" y="0"/>
                    <a:pt x="11293" y="0"/>
                  </a:cubicBezTo>
                  <a:cubicBezTo>
                    <a:pt x="17530" y="0"/>
                    <a:pt x="22586" y="5056"/>
                    <a:pt x="22586" y="11293"/>
                  </a:cubicBezTo>
                  <a:close/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  <p:sp>
          <p:nvSpPr>
            <p:cNvPr id="24" name="Freeform: Shape 50">
              <a:extLst>
                <a:ext uri="{FF2B5EF4-FFF2-40B4-BE49-F238E27FC236}">
                  <a16:creationId xmlns:a16="http://schemas.microsoft.com/office/drawing/2014/main" id="{78A81085-40C7-1DA8-F64F-F8167ECA9FEE}"/>
                </a:ext>
              </a:extLst>
            </p:cNvPr>
            <p:cNvSpPr/>
            <p:nvPr/>
          </p:nvSpPr>
          <p:spPr>
            <a:xfrm>
              <a:off x="4729157" y="1993668"/>
              <a:ext cx="51714" cy="51714"/>
            </a:xfrm>
            <a:custGeom>
              <a:avLst/>
              <a:gdLst>
                <a:gd name="connsiteX0" fmla="*/ 22586 w 22585"/>
                <a:gd name="connsiteY0" fmla="*/ 11293 h 22585"/>
                <a:gd name="connsiteX1" fmla="*/ 11293 w 22585"/>
                <a:gd name="connsiteY1" fmla="*/ 22586 h 22585"/>
                <a:gd name="connsiteX2" fmla="*/ 0 w 22585"/>
                <a:gd name="connsiteY2" fmla="*/ 11293 h 22585"/>
                <a:gd name="connsiteX3" fmla="*/ 11293 w 22585"/>
                <a:gd name="connsiteY3" fmla="*/ 0 h 22585"/>
                <a:gd name="connsiteX4" fmla="*/ 22586 w 22585"/>
                <a:gd name="connsiteY4" fmla="*/ 11293 h 22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85" h="22585">
                  <a:moveTo>
                    <a:pt x="22586" y="11293"/>
                  </a:moveTo>
                  <a:cubicBezTo>
                    <a:pt x="22586" y="17530"/>
                    <a:pt x="17530" y="22586"/>
                    <a:pt x="11293" y="22586"/>
                  </a:cubicBezTo>
                  <a:cubicBezTo>
                    <a:pt x="5056" y="22586"/>
                    <a:pt x="0" y="17530"/>
                    <a:pt x="0" y="11293"/>
                  </a:cubicBezTo>
                  <a:cubicBezTo>
                    <a:pt x="0" y="5056"/>
                    <a:pt x="5056" y="0"/>
                    <a:pt x="11293" y="0"/>
                  </a:cubicBezTo>
                  <a:cubicBezTo>
                    <a:pt x="17530" y="0"/>
                    <a:pt x="22586" y="5056"/>
                    <a:pt x="22586" y="11293"/>
                  </a:cubicBezTo>
                  <a:close/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defTabSz="270972">
                <a:buClr>
                  <a:srgbClr val="000000"/>
                </a:buClr>
                <a:defRPr/>
              </a:pPr>
              <a:endParaRPr lang="en-US" sz="1200" kern="0" dirty="0">
                <a:solidFill>
                  <a:srgbClr val="FFFFF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56A06A5-DEF5-365D-2BB0-4CB9FCFAEFC4}"/>
              </a:ext>
            </a:extLst>
          </p:cNvPr>
          <p:cNvSpPr txBox="1"/>
          <p:nvPr/>
        </p:nvSpPr>
        <p:spPr>
          <a:xfrm>
            <a:off x="5340453" y="3801837"/>
            <a:ext cx="98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LLM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5C13FF-4CAE-BADF-D262-587A27506953}"/>
              </a:ext>
            </a:extLst>
          </p:cNvPr>
          <p:cNvCxnSpPr>
            <a:cxnSpLocks/>
          </p:cNvCxnSpPr>
          <p:nvPr/>
        </p:nvCxnSpPr>
        <p:spPr>
          <a:xfrm>
            <a:off x="6369605" y="3393422"/>
            <a:ext cx="605807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E3B819F-408A-DD94-664C-DFEEA20DED43}"/>
              </a:ext>
            </a:extLst>
          </p:cNvPr>
          <p:cNvSpPr txBox="1"/>
          <p:nvPr/>
        </p:nvSpPr>
        <p:spPr>
          <a:xfrm>
            <a:off x="5263600" y="1112544"/>
            <a:ext cx="1183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Planning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55B9AA9-9005-41F3-6FC3-E92489C2A928}"/>
              </a:ext>
            </a:extLst>
          </p:cNvPr>
          <p:cNvGrpSpPr>
            <a:grpSpLocks noChangeAspect="1"/>
          </p:cNvGrpSpPr>
          <p:nvPr/>
        </p:nvGrpSpPr>
        <p:grpSpPr>
          <a:xfrm>
            <a:off x="5394050" y="4299604"/>
            <a:ext cx="864413" cy="822960"/>
            <a:chOff x="9338569" y="2569136"/>
            <a:chExt cx="1294699" cy="1232611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B8569C0-DC25-D14C-886D-D82F3DF6EEBE}"/>
                </a:ext>
              </a:extLst>
            </p:cNvPr>
            <p:cNvSpPr/>
            <p:nvPr/>
          </p:nvSpPr>
          <p:spPr>
            <a:xfrm>
              <a:off x="10499857" y="2964980"/>
              <a:ext cx="62270" cy="9144"/>
            </a:xfrm>
            <a:custGeom>
              <a:avLst/>
              <a:gdLst>
                <a:gd name="connsiteX0" fmla="*/ 62271 w 62270"/>
                <a:gd name="connsiteY0" fmla="*/ 0 h 9144"/>
                <a:gd name="connsiteX1" fmla="*/ 0 w 62270"/>
                <a:gd name="connsiteY1" fmla="*/ 0 h 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270" h="9144">
                  <a:moveTo>
                    <a:pt x="62271" y="0"/>
                  </a:moveTo>
                  <a:lnTo>
                    <a:pt x="0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517D771-B5A0-642F-3C57-CEBA24C6D220}"/>
                </a:ext>
              </a:extLst>
            </p:cNvPr>
            <p:cNvSpPr/>
            <p:nvPr/>
          </p:nvSpPr>
          <p:spPr>
            <a:xfrm>
              <a:off x="10389306" y="2964980"/>
              <a:ext cx="62270" cy="9144"/>
            </a:xfrm>
            <a:custGeom>
              <a:avLst/>
              <a:gdLst>
                <a:gd name="connsiteX0" fmla="*/ 62271 w 62270"/>
                <a:gd name="connsiteY0" fmla="*/ 0 h 9144"/>
                <a:gd name="connsiteX1" fmla="*/ 0 w 62270"/>
                <a:gd name="connsiteY1" fmla="*/ 0 h 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270" h="9144">
                  <a:moveTo>
                    <a:pt x="62271" y="0"/>
                  </a:moveTo>
                  <a:lnTo>
                    <a:pt x="0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704E244-EA1C-F2C5-050B-DF7E49F10F23}"/>
                </a:ext>
              </a:extLst>
            </p:cNvPr>
            <p:cNvSpPr/>
            <p:nvPr/>
          </p:nvSpPr>
          <p:spPr>
            <a:xfrm>
              <a:off x="9914093" y="2992778"/>
              <a:ext cx="323880" cy="323880"/>
            </a:xfrm>
            <a:custGeom>
              <a:avLst/>
              <a:gdLst>
                <a:gd name="connsiteX0" fmla="*/ 323880 w 323880"/>
                <a:gd name="connsiteY0" fmla="*/ 161940 h 323880"/>
                <a:gd name="connsiteX1" fmla="*/ 161940 w 323880"/>
                <a:gd name="connsiteY1" fmla="*/ 323880 h 323880"/>
                <a:gd name="connsiteX2" fmla="*/ 0 w 323880"/>
                <a:gd name="connsiteY2" fmla="*/ 161940 h 323880"/>
                <a:gd name="connsiteX3" fmla="*/ 161940 w 323880"/>
                <a:gd name="connsiteY3" fmla="*/ 0 h 323880"/>
                <a:gd name="connsiteX4" fmla="*/ 323880 w 323880"/>
                <a:gd name="connsiteY4" fmla="*/ 161940 h 32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80" h="323880">
                  <a:moveTo>
                    <a:pt x="323880" y="161940"/>
                  </a:moveTo>
                  <a:cubicBezTo>
                    <a:pt x="323880" y="251377"/>
                    <a:pt x="251377" y="323880"/>
                    <a:pt x="161940" y="323880"/>
                  </a:cubicBezTo>
                  <a:cubicBezTo>
                    <a:pt x="72503" y="323880"/>
                    <a:pt x="0" y="251377"/>
                    <a:pt x="0" y="161940"/>
                  </a:cubicBezTo>
                  <a:cubicBezTo>
                    <a:pt x="0" y="72503"/>
                    <a:pt x="72503" y="0"/>
                    <a:pt x="161940" y="0"/>
                  </a:cubicBezTo>
                  <a:cubicBezTo>
                    <a:pt x="251377" y="0"/>
                    <a:pt x="323880" y="72503"/>
                    <a:pt x="323880" y="161940"/>
                  </a:cubicBezTo>
                  <a:close/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grpSp>
          <p:nvGrpSpPr>
            <p:cNvPr id="44" name="Graphic 202">
              <a:extLst>
                <a:ext uri="{FF2B5EF4-FFF2-40B4-BE49-F238E27FC236}">
                  <a16:creationId xmlns:a16="http://schemas.microsoft.com/office/drawing/2014/main" id="{C3366CAA-DDF2-0282-5FF6-B366BCE666ED}"/>
                </a:ext>
              </a:extLst>
            </p:cNvPr>
            <p:cNvGrpSpPr/>
            <p:nvPr/>
          </p:nvGrpSpPr>
          <p:grpSpPr>
            <a:xfrm>
              <a:off x="9338569" y="2569136"/>
              <a:ext cx="1075425" cy="1232611"/>
              <a:chOff x="9338569" y="2569136"/>
              <a:chExt cx="1075425" cy="1232611"/>
            </a:xfrm>
            <a:noFill/>
          </p:grpSpPr>
          <p:grpSp>
            <p:nvGrpSpPr>
              <p:cNvPr id="55" name="Graphic 202">
                <a:extLst>
                  <a:ext uri="{FF2B5EF4-FFF2-40B4-BE49-F238E27FC236}">
                    <a16:creationId xmlns:a16="http://schemas.microsoft.com/office/drawing/2014/main" id="{07368DD2-E127-8E65-3D7F-4B12B3AA15FF}"/>
                  </a:ext>
                </a:extLst>
              </p:cNvPr>
              <p:cNvGrpSpPr/>
              <p:nvPr/>
            </p:nvGrpSpPr>
            <p:grpSpPr>
              <a:xfrm>
                <a:off x="9338569" y="2569136"/>
                <a:ext cx="613653" cy="1232611"/>
                <a:chOff x="9338569" y="2569136"/>
                <a:chExt cx="613653" cy="1232611"/>
              </a:xfrm>
              <a:noFill/>
            </p:grpSpPr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7EB609A1-EBD5-D5C2-56E5-8D8AC316E1E9}"/>
                    </a:ext>
                  </a:extLst>
                </p:cNvPr>
                <p:cNvSpPr/>
                <p:nvPr/>
              </p:nvSpPr>
              <p:spPr>
                <a:xfrm>
                  <a:off x="9338569" y="3037584"/>
                  <a:ext cx="9144" cy="269107"/>
                </a:xfrm>
                <a:custGeom>
                  <a:avLst/>
                  <a:gdLst>
                    <a:gd name="connsiteX0" fmla="*/ 0 w 9144"/>
                    <a:gd name="connsiteY0" fmla="*/ 0 h 269107"/>
                    <a:gd name="connsiteX1" fmla="*/ 0 w 9144"/>
                    <a:gd name="connsiteY1" fmla="*/ 134600 h 269107"/>
                    <a:gd name="connsiteX2" fmla="*/ 0 w 9144"/>
                    <a:gd name="connsiteY2" fmla="*/ 269108 h 269107"/>
                    <a:gd name="connsiteX3" fmla="*/ 0 w 9144"/>
                    <a:gd name="connsiteY3" fmla="*/ 0 h 2691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44" h="269107">
                      <a:moveTo>
                        <a:pt x="0" y="0"/>
                      </a:moveTo>
                      <a:lnTo>
                        <a:pt x="0" y="134600"/>
                      </a:lnTo>
                      <a:lnTo>
                        <a:pt x="0" y="2691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flat">
                  <a:solidFill>
                    <a:srgbClr val="41B3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4BAEFAED-5B6B-3936-E3F2-E14EC76E62E2}"/>
                    </a:ext>
                  </a:extLst>
                </p:cNvPr>
                <p:cNvSpPr/>
                <p:nvPr/>
              </p:nvSpPr>
              <p:spPr>
                <a:xfrm>
                  <a:off x="9490268" y="3383135"/>
                  <a:ext cx="104698" cy="52303"/>
                </a:xfrm>
                <a:custGeom>
                  <a:avLst/>
                  <a:gdLst>
                    <a:gd name="connsiteX0" fmla="*/ 104699 w 104698"/>
                    <a:gd name="connsiteY0" fmla="*/ 0 h 52303"/>
                    <a:gd name="connsiteX1" fmla="*/ 0 w 104698"/>
                    <a:gd name="connsiteY1" fmla="*/ 52304 h 52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4698" h="52303">
                      <a:moveTo>
                        <a:pt x="104699" y="0"/>
                      </a:moveTo>
                      <a:lnTo>
                        <a:pt x="0" y="52304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46E6F0ED-912B-DFE1-515E-68815C69CF12}"/>
                    </a:ext>
                  </a:extLst>
                </p:cNvPr>
                <p:cNvSpPr/>
                <p:nvPr/>
              </p:nvSpPr>
              <p:spPr>
                <a:xfrm>
                  <a:off x="9622673" y="3622525"/>
                  <a:ext cx="165414" cy="75986"/>
                </a:xfrm>
                <a:custGeom>
                  <a:avLst/>
                  <a:gdLst>
                    <a:gd name="connsiteX0" fmla="*/ 165415 w 165414"/>
                    <a:gd name="connsiteY0" fmla="*/ 0 h 75986"/>
                    <a:gd name="connsiteX1" fmla="*/ 0 w 165414"/>
                    <a:gd name="connsiteY1" fmla="*/ 75987 h 75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65414" h="75986">
                      <a:moveTo>
                        <a:pt x="165415" y="0"/>
                      </a:moveTo>
                      <a:lnTo>
                        <a:pt x="0" y="75987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59C9B20A-2758-FF68-E603-D7D48D200A5C}"/>
                    </a:ext>
                  </a:extLst>
                </p:cNvPr>
                <p:cNvSpPr/>
                <p:nvPr/>
              </p:nvSpPr>
              <p:spPr>
                <a:xfrm>
                  <a:off x="9640687" y="2661125"/>
                  <a:ext cx="134325" cy="79095"/>
                </a:xfrm>
                <a:custGeom>
                  <a:avLst/>
                  <a:gdLst>
                    <a:gd name="connsiteX0" fmla="*/ 0 w 134325"/>
                    <a:gd name="connsiteY0" fmla="*/ 0 h 79095"/>
                    <a:gd name="connsiteX1" fmla="*/ 134325 w 134325"/>
                    <a:gd name="connsiteY1" fmla="*/ 79096 h 79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325" h="79095">
                      <a:moveTo>
                        <a:pt x="0" y="0"/>
                      </a:moveTo>
                      <a:lnTo>
                        <a:pt x="134325" y="79096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B6D385B4-F76F-84ED-D33A-A16503AEEF5A}"/>
                    </a:ext>
                  </a:extLst>
                </p:cNvPr>
                <p:cNvSpPr/>
                <p:nvPr/>
              </p:nvSpPr>
              <p:spPr>
                <a:xfrm>
                  <a:off x="9338569" y="2569136"/>
                  <a:ext cx="613653" cy="1232611"/>
                </a:xfrm>
                <a:custGeom>
                  <a:avLst/>
                  <a:gdLst>
                    <a:gd name="connsiteX0" fmla="*/ 613654 w 613653"/>
                    <a:gd name="connsiteY0" fmla="*/ 1149309 h 1232611"/>
                    <a:gd name="connsiteX1" fmla="*/ 460126 w 613653"/>
                    <a:gd name="connsiteY1" fmla="*/ 1232611 h 1232611"/>
                    <a:gd name="connsiteX2" fmla="*/ 151699 w 613653"/>
                    <a:gd name="connsiteY2" fmla="*/ 1051743 h 1232611"/>
                    <a:gd name="connsiteX3" fmla="*/ 151699 w 613653"/>
                    <a:gd name="connsiteY3" fmla="*/ 864931 h 1232611"/>
                    <a:gd name="connsiteX4" fmla="*/ 0 w 613653"/>
                    <a:gd name="connsiteY4" fmla="*/ 787756 h 1232611"/>
                    <a:gd name="connsiteX5" fmla="*/ 0 w 613653"/>
                    <a:gd name="connsiteY5" fmla="*/ 603047 h 1232611"/>
                    <a:gd name="connsiteX6" fmla="*/ 0 w 613653"/>
                    <a:gd name="connsiteY6" fmla="*/ 457840 h 1232611"/>
                    <a:gd name="connsiteX7" fmla="*/ 151699 w 613653"/>
                    <a:gd name="connsiteY7" fmla="*/ 383225 h 1232611"/>
                    <a:gd name="connsiteX8" fmla="*/ 151699 w 613653"/>
                    <a:gd name="connsiteY8" fmla="*/ 179680 h 1232611"/>
                    <a:gd name="connsiteX9" fmla="*/ 459669 w 613653"/>
                    <a:gd name="connsiteY9" fmla="*/ 0 h 1232611"/>
                    <a:gd name="connsiteX10" fmla="*/ 613654 w 613653"/>
                    <a:gd name="connsiteY10" fmla="*/ 102596 h 1232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13653" h="1232611">
                      <a:moveTo>
                        <a:pt x="613654" y="1149309"/>
                      </a:moveTo>
                      <a:lnTo>
                        <a:pt x="460126" y="1232611"/>
                      </a:lnTo>
                      <a:lnTo>
                        <a:pt x="151699" y="1051743"/>
                      </a:lnTo>
                      <a:lnTo>
                        <a:pt x="151699" y="864931"/>
                      </a:lnTo>
                      <a:lnTo>
                        <a:pt x="0" y="787756"/>
                      </a:lnTo>
                      <a:lnTo>
                        <a:pt x="0" y="603047"/>
                      </a:lnTo>
                      <a:lnTo>
                        <a:pt x="0" y="457840"/>
                      </a:lnTo>
                      <a:lnTo>
                        <a:pt x="151699" y="383225"/>
                      </a:lnTo>
                      <a:lnTo>
                        <a:pt x="151699" y="179680"/>
                      </a:lnTo>
                      <a:lnTo>
                        <a:pt x="459669" y="0"/>
                      </a:lnTo>
                      <a:lnTo>
                        <a:pt x="613654" y="102596"/>
                      </a:lnTo>
                    </a:path>
                  </a:pathLst>
                </a:custGeom>
                <a:noFill/>
                <a:ln w="28575" cap="flat">
                  <a:solidFill>
                    <a:srgbClr val="41B3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78C2A8FA-1EAD-0E5C-1C8B-85C44F621637}"/>
                    </a:ext>
                  </a:extLst>
                </p:cNvPr>
                <p:cNvSpPr/>
                <p:nvPr/>
              </p:nvSpPr>
              <p:spPr>
                <a:xfrm>
                  <a:off x="9490268" y="2949893"/>
                  <a:ext cx="121340" cy="80924"/>
                </a:xfrm>
                <a:custGeom>
                  <a:avLst/>
                  <a:gdLst>
                    <a:gd name="connsiteX0" fmla="*/ 121341 w 121340"/>
                    <a:gd name="connsiteY0" fmla="*/ 80924 h 80924"/>
                    <a:gd name="connsiteX1" fmla="*/ 0 w 121340"/>
                    <a:gd name="connsiteY1" fmla="*/ 0 h 80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1340" h="80924">
                      <a:moveTo>
                        <a:pt x="121341" y="80924"/>
                      </a:moveTo>
                      <a:lnTo>
                        <a:pt x="0" y="0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1D9995DC-49A7-73C9-0C64-030BB65837FC}"/>
                    </a:ext>
                  </a:extLst>
                </p:cNvPr>
                <p:cNvSpPr/>
                <p:nvPr/>
              </p:nvSpPr>
              <p:spPr>
                <a:xfrm>
                  <a:off x="9338569" y="3138168"/>
                  <a:ext cx="178856" cy="105704"/>
                </a:xfrm>
                <a:custGeom>
                  <a:avLst/>
                  <a:gdLst>
                    <a:gd name="connsiteX0" fmla="*/ 178857 w 178856"/>
                    <a:gd name="connsiteY0" fmla="*/ 0 h 105704"/>
                    <a:gd name="connsiteX1" fmla="*/ 0 w 178856"/>
                    <a:gd name="connsiteY1" fmla="*/ 105705 h 105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8856" h="105704">
                      <a:moveTo>
                        <a:pt x="178857" y="0"/>
                      </a:moveTo>
                      <a:lnTo>
                        <a:pt x="0" y="105705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</p:grpSp>
          <p:grpSp>
            <p:nvGrpSpPr>
              <p:cNvPr id="56" name="Graphic 202">
                <a:extLst>
                  <a:ext uri="{FF2B5EF4-FFF2-40B4-BE49-F238E27FC236}">
                    <a16:creationId xmlns:a16="http://schemas.microsoft.com/office/drawing/2014/main" id="{D08906EE-93F0-484C-9D86-1CDC06F563F4}"/>
                  </a:ext>
                </a:extLst>
              </p:cNvPr>
              <p:cNvGrpSpPr/>
              <p:nvPr/>
            </p:nvGrpSpPr>
            <p:grpSpPr>
              <a:xfrm>
                <a:off x="9952040" y="2569136"/>
                <a:ext cx="461954" cy="1232611"/>
                <a:chOff x="9952040" y="2569136"/>
                <a:chExt cx="461954" cy="1232611"/>
              </a:xfrm>
              <a:noFill/>
            </p:grpSpPr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89C7F6F0-44F8-D67E-377E-E2B4BA0B6B41}"/>
                    </a:ext>
                  </a:extLst>
                </p:cNvPr>
                <p:cNvSpPr/>
                <p:nvPr/>
              </p:nvSpPr>
              <p:spPr>
                <a:xfrm>
                  <a:off x="10116083" y="3622525"/>
                  <a:ext cx="165506" cy="75986"/>
                </a:xfrm>
                <a:custGeom>
                  <a:avLst/>
                  <a:gdLst>
                    <a:gd name="connsiteX0" fmla="*/ 0 w 165506"/>
                    <a:gd name="connsiteY0" fmla="*/ 0 h 75986"/>
                    <a:gd name="connsiteX1" fmla="*/ 165506 w 165506"/>
                    <a:gd name="connsiteY1" fmla="*/ 75987 h 75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65506" h="75986">
                      <a:moveTo>
                        <a:pt x="0" y="0"/>
                      </a:moveTo>
                      <a:lnTo>
                        <a:pt x="165506" y="75987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A588FF58-417A-E7F5-601E-F50145A4F53D}"/>
                    </a:ext>
                  </a:extLst>
                </p:cNvPr>
                <p:cNvSpPr/>
                <p:nvPr/>
              </p:nvSpPr>
              <p:spPr>
                <a:xfrm>
                  <a:off x="10129251" y="2661125"/>
                  <a:ext cx="134325" cy="79095"/>
                </a:xfrm>
                <a:custGeom>
                  <a:avLst/>
                  <a:gdLst>
                    <a:gd name="connsiteX0" fmla="*/ 134325 w 134325"/>
                    <a:gd name="connsiteY0" fmla="*/ 0 h 79095"/>
                    <a:gd name="connsiteX1" fmla="*/ 0 w 134325"/>
                    <a:gd name="connsiteY1" fmla="*/ 79096 h 79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325" h="79095">
                      <a:moveTo>
                        <a:pt x="134325" y="0"/>
                      </a:moveTo>
                      <a:lnTo>
                        <a:pt x="0" y="79096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7A4DAF19-A9E5-A812-6367-1342747924F5}"/>
                    </a:ext>
                  </a:extLst>
                </p:cNvPr>
                <p:cNvSpPr/>
                <p:nvPr/>
              </p:nvSpPr>
              <p:spPr>
                <a:xfrm>
                  <a:off x="9952040" y="2569136"/>
                  <a:ext cx="461954" cy="277703"/>
                </a:xfrm>
                <a:custGeom>
                  <a:avLst/>
                  <a:gdLst>
                    <a:gd name="connsiteX0" fmla="*/ 461955 w 461954"/>
                    <a:gd name="connsiteY0" fmla="*/ 277703 h 277703"/>
                    <a:gd name="connsiteX1" fmla="*/ 461955 w 461954"/>
                    <a:gd name="connsiteY1" fmla="*/ 179680 h 277703"/>
                    <a:gd name="connsiteX2" fmla="*/ 153985 w 461954"/>
                    <a:gd name="connsiteY2" fmla="*/ 0 h 277703"/>
                    <a:gd name="connsiteX3" fmla="*/ 0 w 461954"/>
                    <a:gd name="connsiteY3" fmla="*/ 102596 h 2777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1954" h="277703">
                      <a:moveTo>
                        <a:pt x="461955" y="277703"/>
                      </a:moveTo>
                      <a:lnTo>
                        <a:pt x="461955" y="179680"/>
                      </a:lnTo>
                      <a:lnTo>
                        <a:pt x="153985" y="0"/>
                      </a:lnTo>
                      <a:lnTo>
                        <a:pt x="0" y="102596"/>
                      </a:lnTo>
                    </a:path>
                  </a:pathLst>
                </a:custGeom>
                <a:noFill/>
                <a:ln w="28575" cap="flat">
                  <a:solidFill>
                    <a:srgbClr val="41B3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A7B1021B-80D5-C8F9-A03D-74CEB128D16D}"/>
                    </a:ext>
                  </a:extLst>
                </p:cNvPr>
                <p:cNvSpPr/>
                <p:nvPr/>
              </p:nvSpPr>
              <p:spPr>
                <a:xfrm>
                  <a:off x="9952040" y="3551019"/>
                  <a:ext cx="461954" cy="250728"/>
                </a:xfrm>
                <a:custGeom>
                  <a:avLst/>
                  <a:gdLst>
                    <a:gd name="connsiteX0" fmla="*/ 0 w 461954"/>
                    <a:gd name="connsiteY0" fmla="*/ 167427 h 250728"/>
                    <a:gd name="connsiteX1" fmla="*/ 153436 w 461954"/>
                    <a:gd name="connsiteY1" fmla="*/ 250729 h 250728"/>
                    <a:gd name="connsiteX2" fmla="*/ 461955 w 461954"/>
                    <a:gd name="connsiteY2" fmla="*/ 69860 h 250728"/>
                    <a:gd name="connsiteX3" fmla="*/ 461955 w 461954"/>
                    <a:gd name="connsiteY3" fmla="*/ 0 h 250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1954" h="250728">
                      <a:moveTo>
                        <a:pt x="0" y="167427"/>
                      </a:moveTo>
                      <a:lnTo>
                        <a:pt x="153436" y="250729"/>
                      </a:lnTo>
                      <a:lnTo>
                        <a:pt x="461955" y="69860"/>
                      </a:lnTo>
                      <a:lnTo>
                        <a:pt x="461955" y="0"/>
                      </a:lnTo>
                    </a:path>
                  </a:pathLst>
                </a:custGeom>
                <a:noFill/>
                <a:ln w="28575" cap="flat">
                  <a:solidFill>
                    <a:srgbClr val="41B3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</p:grp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8556A79-573E-8E69-DE8A-A438A1B6AA70}"/>
                  </a:ext>
                </a:extLst>
              </p:cNvPr>
              <p:cNvSpPr/>
              <p:nvPr/>
            </p:nvSpPr>
            <p:spPr>
              <a:xfrm>
                <a:off x="9952223" y="2671732"/>
                <a:ext cx="9144" cy="223022"/>
              </a:xfrm>
              <a:custGeom>
                <a:avLst/>
                <a:gdLst>
                  <a:gd name="connsiteX0" fmla="*/ 0 w 9144"/>
                  <a:gd name="connsiteY0" fmla="*/ 0 h 223022"/>
                  <a:gd name="connsiteX1" fmla="*/ 0 w 9144"/>
                  <a:gd name="connsiteY1" fmla="*/ 223022 h 223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44" h="223022">
                    <a:moveTo>
                      <a:pt x="0" y="0"/>
                    </a:moveTo>
                    <a:lnTo>
                      <a:pt x="0" y="223022"/>
                    </a:lnTo>
                  </a:path>
                </a:pathLst>
              </a:custGeom>
              <a:ln w="28575" cap="flat">
                <a:solidFill>
                  <a:srgbClr val="41B3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09CF830C-1433-05E2-FB23-F2ED2424D83A}"/>
                  </a:ext>
                </a:extLst>
              </p:cNvPr>
              <p:cNvSpPr/>
              <p:nvPr/>
            </p:nvSpPr>
            <p:spPr>
              <a:xfrm>
                <a:off x="9952223" y="3511791"/>
                <a:ext cx="9144" cy="206654"/>
              </a:xfrm>
              <a:custGeom>
                <a:avLst/>
                <a:gdLst>
                  <a:gd name="connsiteX0" fmla="*/ 0 w 9144"/>
                  <a:gd name="connsiteY0" fmla="*/ 0 h 206654"/>
                  <a:gd name="connsiteX1" fmla="*/ 0 w 9144"/>
                  <a:gd name="connsiteY1" fmla="*/ 206654 h 206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44" h="206654">
                    <a:moveTo>
                      <a:pt x="0" y="0"/>
                    </a:moveTo>
                    <a:lnTo>
                      <a:pt x="0" y="206654"/>
                    </a:lnTo>
                  </a:path>
                </a:pathLst>
              </a:custGeom>
              <a:ln w="28575" cap="flat">
                <a:solidFill>
                  <a:srgbClr val="41B3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endParaRPr>
              </a:p>
            </p:txBody>
          </p:sp>
        </p:grp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3D06DA0-CCBA-F88D-7C48-771BA5D5AC70}"/>
                </a:ext>
              </a:extLst>
            </p:cNvPr>
            <p:cNvSpPr/>
            <p:nvPr/>
          </p:nvSpPr>
          <p:spPr>
            <a:xfrm>
              <a:off x="9646539" y="2899326"/>
              <a:ext cx="986729" cy="602315"/>
            </a:xfrm>
            <a:custGeom>
              <a:avLst/>
              <a:gdLst>
                <a:gd name="connsiteX0" fmla="*/ 0 w 986729"/>
                <a:gd name="connsiteY0" fmla="*/ 0 h 602315"/>
                <a:gd name="connsiteX1" fmla="*/ 986729 w 986729"/>
                <a:gd name="connsiteY1" fmla="*/ 0 h 602315"/>
                <a:gd name="connsiteX2" fmla="*/ 986729 w 986729"/>
                <a:gd name="connsiteY2" fmla="*/ 602315 h 602315"/>
                <a:gd name="connsiteX3" fmla="*/ 0 w 986729"/>
                <a:gd name="connsiteY3" fmla="*/ 602315 h 602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6729" h="602315">
                  <a:moveTo>
                    <a:pt x="0" y="0"/>
                  </a:moveTo>
                  <a:lnTo>
                    <a:pt x="986729" y="0"/>
                  </a:lnTo>
                  <a:lnTo>
                    <a:pt x="986729" y="602315"/>
                  </a:lnTo>
                  <a:lnTo>
                    <a:pt x="0" y="602315"/>
                  </a:lnTo>
                  <a:close/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B6F820E-2964-8061-C2C3-4FB79ECD2B5C}"/>
                </a:ext>
              </a:extLst>
            </p:cNvPr>
            <p:cNvSpPr/>
            <p:nvPr/>
          </p:nvSpPr>
          <p:spPr>
            <a:xfrm>
              <a:off x="10161346" y="3242866"/>
              <a:ext cx="195407" cy="195407"/>
            </a:xfrm>
            <a:custGeom>
              <a:avLst/>
              <a:gdLst>
                <a:gd name="connsiteX0" fmla="*/ 48920 w 195407"/>
                <a:gd name="connsiteY0" fmla="*/ 0 h 195407"/>
                <a:gd name="connsiteX1" fmla="*/ 185257 w 195407"/>
                <a:gd name="connsiteY1" fmla="*/ 136337 h 195407"/>
                <a:gd name="connsiteX2" fmla="*/ 185257 w 195407"/>
                <a:gd name="connsiteY2" fmla="*/ 185257 h 195407"/>
                <a:gd name="connsiteX3" fmla="*/ 185257 w 195407"/>
                <a:gd name="connsiteY3" fmla="*/ 185257 h 195407"/>
                <a:gd name="connsiteX4" fmla="*/ 136337 w 195407"/>
                <a:gd name="connsiteY4" fmla="*/ 185257 h 195407"/>
                <a:gd name="connsiteX5" fmla="*/ 0 w 195407"/>
                <a:gd name="connsiteY5" fmla="*/ 48920 h 195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5407" h="195407">
                  <a:moveTo>
                    <a:pt x="48920" y="0"/>
                  </a:moveTo>
                  <a:lnTo>
                    <a:pt x="185257" y="136337"/>
                  </a:lnTo>
                  <a:cubicBezTo>
                    <a:pt x="198791" y="149870"/>
                    <a:pt x="198791" y="171724"/>
                    <a:pt x="185257" y="185257"/>
                  </a:cubicBezTo>
                  <a:lnTo>
                    <a:pt x="185257" y="185257"/>
                  </a:lnTo>
                  <a:cubicBezTo>
                    <a:pt x="171724" y="198791"/>
                    <a:pt x="149870" y="198791"/>
                    <a:pt x="136337" y="185257"/>
                  </a:cubicBezTo>
                  <a:lnTo>
                    <a:pt x="0" y="48920"/>
                  </a:lnTo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F3AC502D-CEFE-5ADB-A4CE-9812AE9F0DC3}"/>
              </a:ext>
            </a:extLst>
          </p:cNvPr>
          <p:cNvSpPr txBox="1"/>
          <p:nvPr/>
        </p:nvSpPr>
        <p:spPr>
          <a:xfrm>
            <a:off x="5293022" y="5164922"/>
            <a:ext cx="1076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Analyze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61A51667-AE81-6149-7153-D51C3456A4AB}"/>
              </a:ext>
            </a:extLst>
          </p:cNvPr>
          <p:cNvSpPr/>
          <p:nvPr/>
        </p:nvSpPr>
        <p:spPr>
          <a:xfrm flipH="1" flipV="1">
            <a:off x="4246234" y="3765210"/>
            <a:ext cx="1747003" cy="1068343"/>
          </a:xfrm>
          <a:prstGeom prst="arc">
            <a:avLst>
              <a:gd name="adj1" fmla="val 16149341"/>
              <a:gd name="adj2" fmla="val 0"/>
            </a:avLst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3B114ECF-1378-A6A9-A6F7-4E443D97041D}"/>
              </a:ext>
            </a:extLst>
          </p:cNvPr>
          <p:cNvSpPr/>
          <p:nvPr/>
        </p:nvSpPr>
        <p:spPr>
          <a:xfrm rot="5400000">
            <a:off x="6082593" y="3405726"/>
            <a:ext cx="1104161" cy="1681769"/>
          </a:xfrm>
          <a:prstGeom prst="arc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89" name="Flowchart: Alternate Process 88">
            <a:extLst>
              <a:ext uri="{FF2B5EF4-FFF2-40B4-BE49-F238E27FC236}">
                <a16:creationId xmlns:a16="http://schemas.microsoft.com/office/drawing/2014/main" id="{09E25438-2AB5-AB31-18DA-4D049C1DF71A}"/>
              </a:ext>
            </a:extLst>
          </p:cNvPr>
          <p:cNvSpPr/>
          <p:nvPr/>
        </p:nvSpPr>
        <p:spPr>
          <a:xfrm>
            <a:off x="9574048" y="1014411"/>
            <a:ext cx="1830524" cy="5753856"/>
          </a:xfrm>
          <a:prstGeom prst="flowChartAlternateProcess">
            <a:avLst/>
          </a:prstGeom>
          <a:noFill/>
          <a:ln w="222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875606"/>
                      <a:gd name="connsiteY0" fmla="*/ 645934 h 3886200"/>
                      <a:gd name="connsiteX1" fmla="*/ 645934 w 3875606"/>
                      <a:gd name="connsiteY1" fmla="*/ 0 h 3886200"/>
                      <a:gd name="connsiteX2" fmla="*/ 1214356 w 3875606"/>
                      <a:gd name="connsiteY2" fmla="*/ 0 h 3886200"/>
                      <a:gd name="connsiteX3" fmla="*/ 1705267 w 3875606"/>
                      <a:gd name="connsiteY3" fmla="*/ 0 h 3886200"/>
                      <a:gd name="connsiteX4" fmla="*/ 2170339 w 3875606"/>
                      <a:gd name="connsiteY4" fmla="*/ 0 h 3886200"/>
                      <a:gd name="connsiteX5" fmla="*/ 2712924 w 3875606"/>
                      <a:gd name="connsiteY5" fmla="*/ 0 h 3886200"/>
                      <a:gd name="connsiteX6" fmla="*/ 3229672 w 3875606"/>
                      <a:gd name="connsiteY6" fmla="*/ 0 h 3886200"/>
                      <a:gd name="connsiteX7" fmla="*/ 3875606 w 3875606"/>
                      <a:gd name="connsiteY7" fmla="*/ 645934 h 3886200"/>
                      <a:gd name="connsiteX8" fmla="*/ 3875606 w 3875606"/>
                      <a:gd name="connsiteY8" fmla="*/ 1164800 h 3886200"/>
                      <a:gd name="connsiteX9" fmla="*/ 3875606 w 3875606"/>
                      <a:gd name="connsiteY9" fmla="*/ 1605837 h 3886200"/>
                      <a:gd name="connsiteX10" fmla="*/ 3875606 w 3875606"/>
                      <a:gd name="connsiteY10" fmla="*/ 2124703 h 3886200"/>
                      <a:gd name="connsiteX11" fmla="*/ 3875606 w 3875606"/>
                      <a:gd name="connsiteY11" fmla="*/ 2643570 h 3886200"/>
                      <a:gd name="connsiteX12" fmla="*/ 3875606 w 3875606"/>
                      <a:gd name="connsiteY12" fmla="*/ 3240266 h 3886200"/>
                      <a:gd name="connsiteX13" fmla="*/ 3229672 w 3875606"/>
                      <a:gd name="connsiteY13" fmla="*/ 3886200 h 3886200"/>
                      <a:gd name="connsiteX14" fmla="*/ 2712924 w 3875606"/>
                      <a:gd name="connsiteY14" fmla="*/ 3886200 h 3886200"/>
                      <a:gd name="connsiteX15" fmla="*/ 2196177 w 3875606"/>
                      <a:gd name="connsiteY15" fmla="*/ 3886200 h 3886200"/>
                      <a:gd name="connsiteX16" fmla="*/ 1627754 w 3875606"/>
                      <a:gd name="connsiteY16" fmla="*/ 3886200 h 3886200"/>
                      <a:gd name="connsiteX17" fmla="*/ 1111007 w 3875606"/>
                      <a:gd name="connsiteY17" fmla="*/ 3886200 h 3886200"/>
                      <a:gd name="connsiteX18" fmla="*/ 645934 w 3875606"/>
                      <a:gd name="connsiteY18" fmla="*/ 3886200 h 3886200"/>
                      <a:gd name="connsiteX19" fmla="*/ 0 w 3875606"/>
                      <a:gd name="connsiteY19" fmla="*/ 3240266 h 3886200"/>
                      <a:gd name="connsiteX20" fmla="*/ 0 w 3875606"/>
                      <a:gd name="connsiteY20" fmla="*/ 2695456 h 3886200"/>
                      <a:gd name="connsiteX21" fmla="*/ 0 w 3875606"/>
                      <a:gd name="connsiteY21" fmla="*/ 2228477 h 3886200"/>
                      <a:gd name="connsiteX22" fmla="*/ 0 w 3875606"/>
                      <a:gd name="connsiteY22" fmla="*/ 1709610 h 3886200"/>
                      <a:gd name="connsiteX23" fmla="*/ 0 w 3875606"/>
                      <a:gd name="connsiteY23" fmla="*/ 1268574 h 3886200"/>
                      <a:gd name="connsiteX24" fmla="*/ 0 w 3875606"/>
                      <a:gd name="connsiteY24" fmla="*/ 645934 h 3886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875606" h="3886200" extrusionOk="0">
                        <a:moveTo>
                          <a:pt x="0" y="645934"/>
                        </a:moveTo>
                        <a:cubicBezTo>
                          <a:pt x="-15050" y="279912"/>
                          <a:pt x="248533" y="15261"/>
                          <a:pt x="645934" y="0"/>
                        </a:cubicBezTo>
                        <a:cubicBezTo>
                          <a:pt x="893581" y="-57160"/>
                          <a:pt x="1034362" y="56590"/>
                          <a:pt x="1214356" y="0"/>
                        </a:cubicBezTo>
                        <a:cubicBezTo>
                          <a:pt x="1394350" y="-56590"/>
                          <a:pt x="1600343" y="55706"/>
                          <a:pt x="1705267" y="0"/>
                        </a:cubicBezTo>
                        <a:cubicBezTo>
                          <a:pt x="1810191" y="-55706"/>
                          <a:pt x="2023898" y="15459"/>
                          <a:pt x="2170339" y="0"/>
                        </a:cubicBezTo>
                        <a:cubicBezTo>
                          <a:pt x="2316780" y="-15459"/>
                          <a:pt x="2494428" y="34479"/>
                          <a:pt x="2712924" y="0"/>
                        </a:cubicBezTo>
                        <a:cubicBezTo>
                          <a:pt x="2931420" y="-34479"/>
                          <a:pt x="3026835" y="41403"/>
                          <a:pt x="3229672" y="0"/>
                        </a:cubicBezTo>
                        <a:cubicBezTo>
                          <a:pt x="3605574" y="-31186"/>
                          <a:pt x="3841511" y="319157"/>
                          <a:pt x="3875606" y="645934"/>
                        </a:cubicBezTo>
                        <a:cubicBezTo>
                          <a:pt x="3904427" y="852985"/>
                          <a:pt x="3847894" y="933609"/>
                          <a:pt x="3875606" y="1164800"/>
                        </a:cubicBezTo>
                        <a:cubicBezTo>
                          <a:pt x="3903318" y="1395991"/>
                          <a:pt x="3858261" y="1408613"/>
                          <a:pt x="3875606" y="1605837"/>
                        </a:cubicBezTo>
                        <a:cubicBezTo>
                          <a:pt x="3892951" y="1803061"/>
                          <a:pt x="3850566" y="1968133"/>
                          <a:pt x="3875606" y="2124703"/>
                        </a:cubicBezTo>
                        <a:cubicBezTo>
                          <a:pt x="3900646" y="2281273"/>
                          <a:pt x="3871203" y="2416247"/>
                          <a:pt x="3875606" y="2643570"/>
                        </a:cubicBezTo>
                        <a:cubicBezTo>
                          <a:pt x="3880009" y="2870893"/>
                          <a:pt x="3809854" y="3004012"/>
                          <a:pt x="3875606" y="3240266"/>
                        </a:cubicBezTo>
                        <a:cubicBezTo>
                          <a:pt x="3889095" y="3613528"/>
                          <a:pt x="3657830" y="3823669"/>
                          <a:pt x="3229672" y="3886200"/>
                        </a:cubicBezTo>
                        <a:cubicBezTo>
                          <a:pt x="2982172" y="3942123"/>
                          <a:pt x="2959359" y="3839552"/>
                          <a:pt x="2712924" y="3886200"/>
                        </a:cubicBezTo>
                        <a:cubicBezTo>
                          <a:pt x="2466489" y="3932848"/>
                          <a:pt x="2399255" y="3842914"/>
                          <a:pt x="2196177" y="3886200"/>
                        </a:cubicBezTo>
                        <a:cubicBezTo>
                          <a:pt x="1993099" y="3929486"/>
                          <a:pt x="1810663" y="3872426"/>
                          <a:pt x="1627754" y="3886200"/>
                        </a:cubicBezTo>
                        <a:cubicBezTo>
                          <a:pt x="1444845" y="3899974"/>
                          <a:pt x="1272372" y="3850342"/>
                          <a:pt x="1111007" y="3886200"/>
                        </a:cubicBezTo>
                        <a:cubicBezTo>
                          <a:pt x="949642" y="3922058"/>
                          <a:pt x="875411" y="3841040"/>
                          <a:pt x="645934" y="3886200"/>
                        </a:cubicBezTo>
                        <a:cubicBezTo>
                          <a:pt x="184879" y="3890495"/>
                          <a:pt x="31939" y="3539429"/>
                          <a:pt x="0" y="3240266"/>
                        </a:cubicBezTo>
                        <a:cubicBezTo>
                          <a:pt x="-15974" y="2978196"/>
                          <a:pt x="21442" y="2911793"/>
                          <a:pt x="0" y="2695456"/>
                        </a:cubicBezTo>
                        <a:cubicBezTo>
                          <a:pt x="-21442" y="2479119"/>
                          <a:pt x="5622" y="2442741"/>
                          <a:pt x="0" y="2228477"/>
                        </a:cubicBezTo>
                        <a:cubicBezTo>
                          <a:pt x="-5622" y="2014213"/>
                          <a:pt x="12357" y="1871187"/>
                          <a:pt x="0" y="1709610"/>
                        </a:cubicBezTo>
                        <a:cubicBezTo>
                          <a:pt x="-12357" y="1548033"/>
                          <a:pt x="7871" y="1388569"/>
                          <a:pt x="0" y="1268574"/>
                        </a:cubicBezTo>
                        <a:cubicBezTo>
                          <a:pt x="-7871" y="1148579"/>
                          <a:pt x="8634" y="871570"/>
                          <a:pt x="0" y="64593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110487F-775A-F6AF-F1A9-3A9F6A7D689B}"/>
              </a:ext>
            </a:extLst>
          </p:cNvPr>
          <p:cNvSpPr txBox="1"/>
          <p:nvPr/>
        </p:nvSpPr>
        <p:spPr>
          <a:xfrm>
            <a:off x="10018611" y="1087000"/>
            <a:ext cx="93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Tools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87F7CAD-7DDA-E6F0-58A5-0F648E2B8EB1}"/>
              </a:ext>
            </a:extLst>
          </p:cNvPr>
          <p:cNvCxnSpPr>
            <a:cxnSpLocks/>
          </p:cNvCxnSpPr>
          <p:nvPr/>
        </p:nvCxnSpPr>
        <p:spPr>
          <a:xfrm>
            <a:off x="8763555" y="3376329"/>
            <a:ext cx="605807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Flowchart: Alternate Process 95">
            <a:extLst>
              <a:ext uri="{FF2B5EF4-FFF2-40B4-BE49-F238E27FC236}">
                <a16:creationId xmlns:a16="http://schemas.microsoft.com/office/drawing/2014/main" id="{AC9A111D-0BB2-E369-BB01-93153C437216}"/>
              </a:ext>
            </a:extLst>
          </p:cNvPr>
          <p:cNvSpPr/>
          <p:nvPr/>
        </p:nvSpPr>
        <p:spPr>
          <a:xfrm>
            <a:off x="3485561" y="1132659"/>
            <a:ext cx="4681392" cy="1308227"/>
          </a:xfrm>
          <a:prstGeom prst="flowChartAlternateProcess">
            <a:avLst/>
          </a:prstGeom>
          <a:noFill/>
          <a:ln w="222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875606"/>
                      <a:gd name="connsiteY0" fmla="*/ 645934 h 3886200"/>
                      <a:gd name="connsiteX1" fmla="*/ 645934 w 3875606"/>
                      <a:gd name="connsiteY1" fmla="*/ 0 h 3886200"/>
                      <a:gd name="connsiteX2" fmla="*/ 1214356 w 3875606"/>
                      <a:gd name="connsiteY2" fmla="*/ 0 h 3886200"/>
                      <a:gd name="connsiteX3" fmla="*/ 1705267 w 3875606"/>
                      <a:gd name="connsiteY3" fmla="*/ 0 h 3886200"/>
                      <a:gd name="connsiteX4" fmla="*/ 2170339 w 3875606"/>
                      <a:gd name="connsiteY4" fmla="*/ 0 h 3886200"/>
                      <a:gd name="connsiteX5" fmla="*/ 2712924 w 3875606"/>
                      <a:gd name="connsiteY5" fmla="*/ 0 h 3886200"/>
                      <a:gd name="connsiteX6" fmla="*/ 3229672 w 3875606"/>
                      <a:gd name="connsiteY6" fmla="*/ 0 h 3886200"/>
                      <a:gd name="connsiteX7" fmla="*/ 3875606 w 3875606"/>
                      <a:gd name="connsiteY7" fmla="*/ 645934 h 3886200"/>
                      <a:gd name="connsiteX8" fmla="*/ 3875606 w 3875606"/>
                      <a:gd name="connsiteY8" fmla="*/ 1164800 h 3886200"/>
                      <a:gd name="connsiteX9" fmla="*/ 3875606 w 3875606"/>
                      <a:gd name="connsiteY9" fmla="*/ 1605837 h 3886200"/>
                      <a:gd name="connsiteX10" fmla="*/ 3875606 w 3875606"/>
                      <a:gd name="connsiteY10" fmla="*/ 2124703 h 3886200"/>
                      <a:gd name="connsiteX11" fmla="*/ 3875606 w 3875606"/>
                      <a:gd name="connsiteY11" fmla="*/ 2643570 h 3886200"/>
                      <a:gd name="connsiteX12" fmla="*/ 3875606 w 3875606"/>
                      <a:gd name="connsiteY12" fmla="*/ 3240266 h 3886200"/>
                      <a:gd name="connsiteX13" fmla="*/ 3229672 w 3875606"/>
                      <a:gd name="connsiteY13" fmla="*/ 3886200 h 3886200"/>
                      <a:gd name="connsiteX14" fmla="*/ 2712924 w 3875606"/>
                      <a:gd name="connsiteY14" fmla="*/ 3886200 h 3886200"/>
                      <a:gd name="connsiteX15" fmla="*/ 2196177 w 3875606"/>
                      <a:gd name="connsiteY15" fmla="*/ 3886200 h 3886200"/>
                      <a:gd name="connsiteX16" fmla="*/ 1627754 w 3875606"/>
                      <a:gd name="connsiteY16" fmla="*/ 3886200 h 3886200"/>
                      <a:gd name="connsiteX17" fmla="*/ 1111007 w 3875606"/>
                      <a:gd name="connsiteY17" fmla="*/ 3886200 h 3886200"/>
                      <a:gd name="connsiteX18" fmla="*/ 645934 w 3875606"/>
                      <a:gd name="connsiteY18" fmla="*/ 3886200 h 3886200"/>
                      <a:gd name="connsiteX19" fmla="*/ 0 w 3875606"/>
                      <a:gd name="connsiteY19" fmla="*/ 3240266 h 3886200"/>
                      <a:gd name="connsiteX20" fmla="*/ 0 w 3875606"/>
                      <a:gd name="connsiteY20" fmla="*/ 2695456 h 3886200"/>
                      <a:gd name="connsiteX21" fmla="*/ 0 w 3875606"/>
                      <a:gd name="connsiteY21" fmla="*/ 2228477 h 3886200"/>
                      <a:gd name="connsiteX22" fmla="*/ 0 w 3875606"/>
                      <a:gd name="connsiteY22" fmla="*/ 1709610 h 3886200"/>
                      <a:gd name="connsiteX23" fmla="*/ 0 w 3875606"/>
                      <a:gd name="connsiteY23" fmla="*/ 1268574 h 3886200"/>
                      <a:gd name="connsiteX24" fmla="*/ 0 w 3875606"/>
                      <a:gd name="connsiteY24" fmla="*/ 645934 h 3886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875606" h="3886200" extrusionOk="0">
                        <a:moveTo>
                          <a:pt x="0" y="645934"/>
                        </a:moveTo>
                        <a:cubicBezTo>
                          <a:pt x="-15050" y="279912"/>
                          <a:pt x="248533" y="15261"/>
                          <a:pt x="645934" y="0"/>
                        </a:cubicBezTo>
                        <a:cubicBezTo>
                          <a:pt x="893581" y="-57160"/>
                          <a:pt x="1034362" y="56590"/>
                          <a:pt x="1214356" y="0"/>
                        </a:cubicBezTo>
                        <a:cubicBezTo>
                          <a:pt x="1394350" y="-56590"/>
                          <a:pt x="1600343" y="55706"/>
                          <a:pt x="1705267" y="0"/>
                        </a:cubicBezTo>
                        <a:cubicBezTo>
                          <a:pt x="1810191" y="-55706"/>
                          <a:pt x="2023898" y="15459"/>
                          <a:pt x="2170339" y="0"/>
                        </a:cubicBezTo>
                        <a:cubicBezTo>
                          <a:pt x="2316780" y="-15459"/>
                          <a:pt x="2494428" y="34479"/>
                          <a:pt x="2712924" y="0"/>
                        </a:cubicBezTo>
                        <a:cubicBezTo>
                          <a:pt x="2931420" y="-34479"/>
                          <a:pt x="3026835" y="41403"/>
                          <a:pt x="3229672" y="0"/>
                        </a:cubicBezTo>
                        <a:cubicBezTo>
                          <a:pt x="3605574" y="-31186"/>
                          <a:pt x="3841511" y="319157"/>
                          <a:pt x="3875606" y="645934"/>
                        </a:cubicBezTo>
                        <a:cubicBezTo>
                          <a:pt x="3904427" y="852985"/>
                          <a:pt x="3847894" y="933609"/>
                          <a:pt x="3875606" y="1164800"/>
                        </a:cubicBezTo>
                        <a:cubicBezTo>
                          <a:pt x="3903318" y="1395991"/>
                          <a:pt x="3858261" y="1408613"/>
                          <a:pt x="3875606" y="1605837"/>
                        </a:cubicBezTo>
                        <a:cubicBezTo>
                          <a:pt x="3892951" y="1803061"/>
                          <a:pt x="3850566" y="1968133"/>
                          <a:pt x="3875606" y="2124703"/>
                        </a:cubicBezTo>
                        <a:cubicBezTo>
                          <a:pt x="3900646" y="2281273"/>
                          <a:pt x="3871203" y="2416247"/>
                          <a:pt x="3875606" y="2643570"/>
                        </a:cubicBezTo>
                        <a:cubicBezTo>
                          <a:pt x="3880009" y="2870893"/>
                          <a:pt x="3809854" y="3004012"/>
                          <a:pt x="3875606" y="3240266"/>
                        </a:cubicBezTo>
                        <a:cubicBezTo>
                          <a:pt x="3889095" y="3613528"/>
                          <a:pt x="3657830" y="3823669"/>
                          <a:pt x="3229672" y="3886200"/>
                        </a:cubicBezTo>
                        <a:cubicBezTo>
                          <a:pt x="2982172" y="3942123"/>
                          <a:pt x="2959359" y="3839552"/>
                          <a:pt x="2712924" y="3886200"/>
                        </a:cubicBezTo>
                        <a:cubicBezTo>
                          <a:pt x="2466489" y="3932848"/>
                          <a:pt x="2399255" y="3842914"/>
                          <a:pt x="2196177" y="3886200"/>
                        </a:cubicBezTo>
                        <a:cubicBezTo>
                          <a:pt x="1993099" y="3929486"/>
                          <a:pt x="1810663" y="3872426"/>
                          <a:pt x="1627754" y="3886200"/>
                        </a:cubicBezTo>
                        <a:cubicBezTo>
                          <a:pt x="1444845" y="3899974"/>
                          <a:pt x="1272372" y="3850342"/>
                          <a:pt x="1111007" y="3886200"/>
                        </a:cubicBezTo>
                        <a:cubicBezTo>
                          <a:pt x="949642" y="3922058"/>
                          <a:pt x="875411" y="3841040"/>
                          <a:pt x="645934" y="3886200"/>
                        </a:cubicBezTo>
                        <a:cubicBezTo>
                          <a:pt x="184879" y="3890495"/>
                          <a:pt x="31939" y="3539429"/>
                          <a:pt x="0" y="3240266"/>
                        </a:cubicBezTo>
                        <a:cubicBezTo>
                          <a:pt x="-15974" y="2978196"/>
                          <a:pt x="21442" y="2911793"/>
                          <a:pt x="0" y="2695456"/>
                        </a:cubicBezTo>
                        <a:cubicBezTo>
                          <a:pt x="-21442" y="2479119"/>
                          <a:pt x="5622" y="2442741"/>
                          <a:pt x="0" y="2228477"/>
                        </a:cubicBezTo>
                        <a:cubicBezTo>
                          <a:pt x="-5622" y="2014213"/>
                          <a:pt x="12357" y="1871187"/>
                          <a:pt x="0" y="1709610"/>
                        </a:cubicBezTo>
                        <a:cubicBezTo>
                          <a:pt x="-12357" y="1548033"/>
                          <a:pt x="7871" y="1388569"/>
                          <a:pt x="0" y="1268574"/>
                        </a:cubicBezTo>
                        <a:cubicBezTo>
                          <a:pt x="-7871" y="1148579"/>
                          <a:pt x="8634" y="871570"/>
                          <a:pt x="0" y="64593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99" name="Flowchart: Alternate Process 98">
            <a:extLst>
              <a:ext uri="{FF2B5EF4-FFF2-40B4-BE49-F238E27FC236}">
                <a16:creationId xmlns:a16="http://schemas.microsoft.com/office/drawing/2014/main" id="{78A2813E-44F2-BEB8-4EFB-4E6D0CCB23BD}"/>
              </a:ext>
            </a:extLst>
          </p:cNvPr>
          <p:cNvSpPr/>
          <p:nvPr/>
        </p:nvSpPr>
        <p:spPr>
          <a:xfrm>
            <a:off x="5826257" y="1461760"/>
            <a:ext cx="1946459" cy="38800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41B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Chain of Thoughts</a:t>
            </a:r>
          </a:p>
        </p:txBody>
      </p:sp>
      <p:sp>
        <p:nvSpPr>
          <p:cNvPr id="100" name="Flowchart: Alternate Process 99">
            <a:extLst>
              <a:ext uri="{FF2B5EF4-FFF2-40B4-BE49-F238E27FC236}">
                <a16:creationId xmlns:a16="http://schemas.microsoft.com/office/drawing/2014/main" id="{F9FA898D-D18A-B3FB-65FA-E52078983BED}"/>
              </a:ext>
            </a:extLst>
          </p:cNvPr>
          <p:cNvSpPr/>
          <p:nvPr/>
        </p:nvSpPr>
        <p:spPr>
          <a:xfrm>
            <a:off x="5826257" y="1912199"/>
            <a:ext cx="1961137" cy="38800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41B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Subgoal Decomposition</a:t>
            </a:r>
          </a:p>
        </p:txBody>
      </p:sp>
      <p:sp>
        <p:nvSpPr>
          <p:cNvPr id="103" name="Flowchart: Alternate Process 102">
            <a:extLst>
              <a:ext uri="{FF2B5EF4-FFF2-40B4-BE49-F238E27FC236}">
                <a16:creationId xmlns:a16="http://schemas.microsoft.com/office/drawing/2014/main" id="{24FC3E69-1542-6DEE-496E-D001B5482682}"/>
              </a:ext>
            </a:extLst>
          </p:cNvPr>
          <p:cNvSpPr/>
          <p:nvPr/>
        </p:nvSpPr>
        <p:spPr>
          <a:xfrm>
            <a:off x="3779522" y="1464823"/>
            <a:ext cx="1946459" cy="38800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41B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Reflection</a:t>
            </a:r>
          </a:p>
        </p:txBody>
      </p:sp>
      <p:sp>
        <p:nvSpPr>
          <p:cNvPr id="104" name="Flowchart: Alternate Process 103">
            <a:extLst>
              <a:ext uri="{FF2B5EF4-FFF2-40B4-BE49-F238E27FC236}">
                <a16:creationId xmlns:a16="http://schemas.microsoft.com/office/drawing/2014/main" id="{A512802B-6FCD-7F7F-9966-B1BE8B05C323}"/>
              </a:ext>
            </a:extLst>
          </p:cNvPr>
          <p:cNvSpPr/>
          <p:nvPr/>
        </p:nvSpPr>
        <p:spPr>
          <a:xfrm>
            <a:off x="3776064" y="1908759"/>
            <a:ext cx="1946459" cy="38800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41B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Self-Critics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BE997A-F01C-305C-9467-F6A641CA7536}"/>
              </a:ext>
            </a:extLst>
          </p:cNvPr>
          <p:cNvSpPr txBox="1"/>
          <p:nvPr/>
        </p:nvSpPr>
        <p:spPr>
          <a:xfrm>
            <a:off x="10045039" y="2102332"/>
            <a:ext cx="883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Search</a:t>
            </a:r>
          </a:p>
        </p:txBody>
      </p:sp>
      <p:pic>
        <p:nvPicPr>
          <p:cNvPr id="32" name="Content Placeholder 101">
            <a:extLst>
              <a:ext uri="{FF2B5EF4-FFF2-40B4-BE49-F238E27FC236}">
                <a16:creationId xmlns:a16="http://schemas.microsoft.com/office/drawing/2014/main" id="{997B3207-1CCA-744C-5691-9110E36B30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8510" y="1579380"/>
            <a:ext cx="590931" cy="590931"/>
          </a:xfrm>
          <a:prstGeom prst="rect">
            <a:avLst/>
          </a:prstGeom>
        </p:spPr>
      </p:pic>
      <p:pic>
        <p:nvPicPr>
          <p:cNvPr id="34" name="Content Placeholder 90">
            <a:extLst>
              <a:ext uri="{FF2B5EF4-FFF2-40B4-BE49-F238E27FC236}">
                <a16:creationId xmlns:a16="http://schemas.microsoft.com/office/drawing/2014/main" id="{B8BA3BF4-C7EC-3DF5-1FC3-A014F7DCC1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428" y="3120675"/>
            <a:ext cx="1022350" cy="69979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30FC0193-B872-758E-7577-6A0A7BCD5B33}"/>
              </a:ext>
            </a:extLst>
          </p:cNvPr>
          <p:cNvGrpSpPr/>
          <p:nvPr/>
        </p:nvGrpSpPr>
        <p:grpSpPr>
          <a:xfrm>
            <a:off x="7195473" y="3079746"/>
            <a:ext cx="928787" cy="731769"/>
            <a:chOff x="6155806" y="4207447"/>
            <a:chExt cx="1010025" cy="596996"/>
          </a:xfrm>
        </p:grpSpPr>
        <p:sp>
          <p:nvSpPr>
            <p:cNvPr id="36" name="Freeform 315">
              <a:extLst>
                <a:ext uri="{FF2B5EF4-FFF2-40B4-BE49-F238E27FC236}">
                  <a16:creationId xmlns:a16="http://schemas.microsoft.com/office/drawing/2014/main" id="{C7B17210-6ED8-D482-F13A-247D499CD07D}"/>
                </a:ext>
              </a:extLst>
            </p:cNvPr>
            <p:cNvSpPr/>
            <p:nvPr/>
          </p:nvSpPr>
          <p:spPr>
            <a:xfrm>
              <a:off x="6729515" y="4392615"/>
              <a:ext cx="436316" cy="319554"/>
            </a:xfrm>
            <a:custGeom>
              <a:avLst/>
              <a:gdLst>
                <a:gd name="connsiteX0" fmla="*/ 423938 w 436316"/>
                <a:gd name="connsiteY0" fmla="*/ 319554 h 319554"/>
                <a:gd name="connsiteX1" fmla="*/ 12378 w 436316"/>
                <a:gd name="connsiteY1" fmla="*/ 319554 h 319554"/>
                <a:gd name="connsiteX2" fmla="*/ 0 w 436316"/>
                <a:gd name="connsiteY2" fmla="*/ 307168 h 319554"/>
                <a:gd name="connsiteX3" fmla="*/ 0 w 436316"/>
                <a:gd name="connsiteY3" fmla="*/ 12386 h 319554"/>
                <a:gd name="connsiteX4" fmla="*/ 12378 w 436316"/>
                <a:gd name="connsiteY4" fmla="*/ 0 h 319554"/>
                <a:gd name="connsiteX5" fmla="*/ 423938 w 436316"/>
                <a:gd name="connsiteY5" fmla="*/ 0 h 319554"/>
                <a:gd name="connsiteX6" fmla="*/ 436316 w 436316"/>
                <a:gd name="connsiteY6" fmla="*/ 12386 h 319554"/>
                <a:gd name="connsiteX7" fmla="*/ 436316 w 436316"/>
                <a:gd name="connsiteY7" fmla="*/ 307788 h 319554"/>
                <a:gd name="connsiteX8" fmla="*/ 423938 w 436316"/>
                <a:gd name="connsiteY8" fmla="*/ 319554 h 319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6316" h="319554">
                  <a:moveTo>
                    <a:pt x="423938" y="319554"/>
                  </a:moveTo>
                  <a:lnTo>
                    <a:pt x="12378" y="319554"/>
                  </a:lnTo>
                  <a:cubicBezTo>
                    <a:pt x="5570" y="319554"/>
                    <a:pt x="0" y="313980"/>
                    <a:pt x="0" y="307168"/>
                  </a:cubicBezTo>
                  <a:lnTo>
                    <a:pt x="0" y="12386"/>
                  </a:lnTo>
                  <a:cubicBezTo>
                    <a:pt x="0" y="5574"/>
                    <a:pt x="5570" y="0"/>
                    <a:pt x="12378" y="0"/>
                  </a:cubicBezTo>
                  <a:lnTo>
                    <a:pt x="423938" y="0"/>
                  </a:lnTo>
                  <a:cubicBezTo>
                    <a:pt x="430746" y="0"/>
                    <a:pt x="436316" y="5574"/>
                    <a:pt x="436316" y="12386"/>
                  </a:cubicBezTo>
                  <a:lnTo>
                    <a:pt x="436316" y="307788"/>
                  </a:lnTo>
                  <a:cubicBezTo>
                    <a:pt x="436316" y="313980"/>
                    <a:pt x="430746" y="319554"/>
                    <a:pt x="423938" y="319554"/>
                  </a:cubicBezTo>
                  <a:close/>
                </a:path>
              </a:pathLst>
            </a:custGeom>
            <a:noFill/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grpSp>
          <p:nvGrpSpPr>
            <p:cNvPr id="38" name="Graphic 81">
              <a:extLst>
                <a:ext uri="{FF2B5EF4-FFF2-40B4-BE49-F238E27FC236}">
                  <a16:creationId xmlns:a16="http://schemas.microsoft.com/office/drawing/2014/main" id="{AE423A1E-3CA4-589C-CD4D-1365A03ED9BA}"/>
                </a:ext>
              </a:extLst>
            </p:cNvPr>
            <p:cNvGrpSpPr/>
            <p:nvPr/>
          </p:nvGrpSpPr>
          <p:grpSpPr>
            <a:xfrm>
              <a:off x="6817397" y="4427914"/>
              <a:ext cx="289020" cy="244619"/>
              <a:chOff x="6817397" y="4427914"/>
              <a:chExt cx="289020" cy="244619"/>
            </a:xfrm>
            <a:noFill/>
          </p:grpSpPr>
          <p:grpSp>
            <p:nvGrpSpPr>
              <p:cNvPr id="102" name="Graphic 81">
                <a:extLst>
                  <a:ext uri="{FF2B5EF4-FFF2-40B4-BE49-F238E27FC236}">
                    <a16:creationId xmlns:a16="http://schemas.microsoft.com/office/drawing/2014/main" id="{5572EBA7-F377-F2B5-DF35-C73E19C0E281}"/>
                  </a:ext>
                </a:extLst>
              </p:cNvPr>
              <p:cNvGrpSpPr/>
              <p:nvPr/>
            </p:nvGrpSpPr>
            <p:grpSpPr>
              <a:xfrm>
                <a:off x="6817397" y="4525143"/>
                <a:ext cx="289020" cy="50781"/>
                <a:chOff x="6817397" y="4525143"/>
                <a:chExt cx="289020" cy="50781"/>
              </a:xfrm>
              <a:noFill/>
            </p:grpSpPr>
            <p:sp>
              <p:nvSpPr>
                <p:cNvPr id="113" name="Freeform 344">
                  <a:extLst>
                    <a:ext uri="{FF2B5EF4-FFF2-40B4-BE49-F238E27FC236}">
                      <a16:creationId xmlns:a16="http://schemas.microsoft.com/office/drawing/2014/main" id="{47A7760B-DC62-0931-15B4-259DF9C0A6BB}"/>
                    </a:ext>
                  </a:extLst>
                </p:cNvPr>
                <p:cNvSpPr/>
                <p:nvPr/>
              </p:nvSpPr>
              <p:spPr>
                <a:xfrm>
                  <a:off x="6817397" y="4550534"/>
                  <a:ext cx="127490" cy="6192"/>
                </a:xfrm>
                <a:custGeom>
                  <a:avLst/>
                  <a:gdLst>
                    <a:gd name="connsiteX0" fmla="*/ 0 w 127490"/>
                    <a:gd name="connsiteY0" fmla="*/ 0 h 6192"/>
                    <a:gd name="connsiteX1" fmla="*/ 127491 w 127490"/>
                    <a:gd name="connsiteY1" fmla="*/ 0 h 6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490" h="6192">
                      <a:moveTo>
                        <a:pt x="0" y="0"/>
                      </a:moveTo>
                      <a:lnTo>
                        <a:pt x="127491" y="0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114" name="Freeform 345">
                  <a:extLst>
                    <a:ext uri="{FF2B5EF4-FFF2-40B4-BE49-F238E27FC236}">
                      <a16:creationId xmlns:a16="http://schemas.microsoft.com/office/drawing/2014/main" id="{EA354E94-96C4-3CC8-9436-95048BCDE270}"/>
                    </a:ext>
                  </a:extLst>
                </p:cNvPr>
                <p:cNvSpPr/>
                <p:nvPr/>
              </p:nvSpPr>
              <p:spPr>
                <a:xfrm>
                  <a:off x="6944888" y="4525143"/>
                  <a:ext cx="50748" cy="50781"/>
                </a:xfrm>
                <a:custGeom>
                  <a:avLst/>
                  <a:gdLst>
                    <a:gd name="connsiteX0" fmla="*/ 50749 w 50748"/>
                    <a:gd name="connsiteY0" fmla="*/ 25391 h 50781"/>
                    <a:gd name="connsiteX1" fmla="*/ 25374 w 50748"/>
                    <a:gd name="connsiteY1" fmla="*/ 50782 h 50781"/>
                    <a:gd name="connsiteX2" fmla="*/ 0 w 50748"/>
                    <a:gd name="connsiteY2" fmla="*/ 25391 h 50781"/>
                    <a:gd name="connsiteX3" fmla="*/ 25374 w 50748"/>
                    <a:gd name="connsiteY3" fmla="*/ 0 h 50781"/>
                    <a:gd name="connsiteX4" fmla="*/ 50749 w 50748"/>
                    <a:gd name="connsiteY4" fmla="*/ 25391 h 50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48" h="50781">
                      <a:moveTo>
                        <a:pt x="50749" y="25391"/>
                      </a:moveTo>
                      <a:cubicBezTo>
                        <a:pt x="50749" y="39414"/>
                        <a:pt x="39388" y="50782"/>
                        <a:pt x="25374" y="50782"/>
                      </a:cubicBezTo>
                      <a:cubicBezTo>
                        <a:pt x="11360" y="50782"/>
                        <a:pt x="0" y="39414"/>
                        <a:pt x="0" y="25391"/>
                      </a:cubicBezTo>
                      <a:cubicBezTo>
                        <a:pt x="0" y="11368"/>
                        <a:pt x="11360" y="0"/>
                        <a:pt x="25374" y="0"/>
                      </a:cubicBezTo>
                      <a:cubicBezTo>
                        <a:pt x="39388" y="0"/>
                        <a:pt x="50749" y="11368"/>
                        <a:pt x="50749" y="25391"/>
                      </a:cubicBezTo>
                      <a:close/>
                    </a:path>
                  </a:pathLst>
                </a:custGeom>
                <a:noFill/>
                <a:ln w="28575" cap="flat">
                  <a:solidFill>
                    <a:srgbClr val="41B3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115" name="Freeform 346">
                  <a:extLst>
                    <a:ext uri="{FF2B5EF4-FFF2-40B4-BE49-F238E27FC236}">
                      <a16:creationId xmlns:a16="http://schemas.microsoft.com/office/drawing/2014/main" id="{C3A81101-F193-E539-034F-640193AAD68F}"/>
                    </a:ext>
                  </a:extLst>
                </p:cNvPr>
                <p:cNvSpPr/>
                <p:nvPr/>
              </p:nvSpPr>
              <p:spPr>
                <a:xfrm>
                  <a:off x="6995637" y="4550534"/>
                  <a:ext cx="110780" cy="6192"/>
                </a:xfrm>
                <a:custGeom>
                  <a:avLst/>
                  <a:gdLst>
                    <a:gd name="connsiteX0" fmla="*/ 0 w 110780"/>
                    <a:gd name="connsiteY0" fmla="*/ 0 h 6192"/>
                    <a:gd name="connsiteX1" fmla="*/ 110781 w 110780"/>
                    <a:gd name="connsiteY1" fmla="*/ 0 h 6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0780" h="6192">
                      <a:moveTo>
                        <a:pt x="0" y="0"/>
                      </a:moveTo>
                      <a:lnTo>
                        <a:pt x="110781" y="0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</p:grpSp>
          <p:grpSp>
            <p:nvGrpSpPr>
              <p:cNvPr id="105" name="Graphic 81">
                <a:extLst>
                  <a:ext uri="{FF2B5EF4-FFF2-40B4-BE49-F238E27FC236}">
                    <a16:creationId xmlns:a16="http://schemas.microsoft.com/office/drawing/2014/main" id="{F34A64C9-5C91-3918-DFC4-4B8A9526B8E4}"/>
                  </a:ext>
                </a:extLst>
              </p:cNvPr>
              <p:cNvGrpSpPr/>
              <p:nvPr/>
            </p:nvGrpSpPr>
            <p:grpSpPr>
              <a:xfrm>
                <a:off x="6817397" y="4427914"/>
                <a:ext cx="289020" cy="50781"/>
                <a:chOff x="6817397" y="4427914"/>
                <a:chExt cx="289020" cy="50781"/>
              </a:xfrm>
              <a:noFill/>
            </p:grpSpPr>
            <p:sp>
              <p:nvSpPr>
                <p:cNvPr id="110" name="Freeform 341">
                  <a:extLst>
                    <a:ext uri="{FF2B5EF4-FFF2-40B4-BE49-F238E27FC236}">
                      <a16:creationId xmlns:a16="http://schemas.microsoft.com/office/drawing/2014/main" id="{43D606EF-A791-2966-0CEA-1240D15DE1D4}"/>
                    </a:ext>
                  </a:extLst>
                </p:cNvPr>
                <p:cNvSpPr/>
                <p:nvPr/>
              </p:nvSpPr>
              <p:spPr>
                <a:xfrm>
                  <a:off x="6817397" y="4453305"/>
                  <a:ext cx="71791" cy="6192"/>
                </a:xfrm>
                <a:custGeom>
                  <a:avLst/>
                  <a:gdLst>
                    <a:gd name="connsiteX0" fmla="*/ 0 w 71791"/>
                    <a:gd name="connsiteY0" fmla="*/ 0 h 6192"/>
                    <a:gd name="connsiteX1" fmla="*/ 71791 w 71791"/>
                    <a:gd name="connsiteY1" fmla="*/ 0 h 6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1791" h="6192">
                      <a:moveTo>
                        <a:pt x="0" y="0"/>
                      </a:moveTo>
                      <a:lnTo>
                        <a:pt x="71791" y="0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111" name="Freeform 342">
                  <a:extLst>
                    <a:ext uri="{FF2B5EF4-FFF2-40B4-BE49-F238E27FC236}">
                      <a16:creationId xmlns:a16="http://schemas.microsoft.com/office/drawing/2014/main" id="{93CC5E17-CFA9-D203-C4F1-914897D2A559}"/>
                    </a:ext>
                  </a:extLst>
                </p:cNvPr>
                <p:cNvSpPr/>
                <p:nvPr/>
              </p:nvSpPr>
              <p:spPr>
                <a:xfrm>
                  <a:off x="6889188" y="4427914"/>
                  <a:ext cx="50748" cy="50781"/>
                </a:xfrm>
                <a:custGeom>
                  <a:avLst/>
                  <a:gdLst>
                    <a:gd name="connsiteX0" fmla="*/ 50749 w 50748"/>
                    <a:gd name="connsiteY0" fmla="*/ 25391 h 50781"/>
                    <a:gd name="connsiteX1" fmla="*/ 25374 w 50748"/>
                    <a:gd name="connsiteY1" fmla="*/ 50782 h 50781"/>
                    <a:gd name="connsiteX2" fmla="*/ 0 w 50748"/>
                    <a:gd name="connsiteY2" fmla="*/ 25391 h 50781"/>
                    <a:gd name="connsiteX3" fmla="*/ 25374 w 50748"/>
                    <a:gd name="connsiteY3" fmla="*/ 0 h 50781"/>
                    <a:gd name="connsiteX4" fmla="*/ 50749 w 50748"/>
                    <a:gd name="connsiteY4" fmla="*/ 25391 h 50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48" h="50781">
                      <a:moveTo>
                        <a:pt x="50749" y="25391"/>
                      </a:moveTo>
                      <a:cubicBezTo>
                        <a:pt x="50749" y="39414"/>
                        <a:pt x="39388" y="50782"/>
                        <a:pt x="25374" y="50782"/>
                      </a:cubicBezTo>
                      <a:cubicBezTo>
                        <a:pt x="11361" y="50782"/>
                        <a:pt x="0" y="39414"/>
                        <a:pt x="0" y="25391"/>
                      </a:cubicBezTo>
                      <a:cubicBezTo>
                        <a:pt x="0" y="11368"/>
                        <a:pt x="11361" y="0"/>
                        <a:pt x="25374" y="0"/>
                      </a:cubicBezTo>
                      <a:cubicBezTo>
                        <a:pt x="39388" y="0"/>
                        <a:pt x="50749" y="11368"/>
                        <a:pt x="50749" y="25391"/>
                      </a:cubicBezTo>
                      <a:close/>
                    </a:path>
                  </a:pathLst>
                </a:custGeom>
                <a:noFill/>
                <a:ln w="28575" cap="flat">
                  <a:solidFill>
                    <a:srgbClr val="41B3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112" name="Freeform 343">
                  <a:extLst>
                    <a:ext uri="{FF2B5EF4-FFF2-40B4-BE49-F238E27FC236}">
                      <a16:creationId xmlns:a16="http://schemas.microsoft.com/office/drawing/2014/main" id="{4B575472-DB64-A0CA-CABA-3579A1D84EDA}"/>
                    </a:ext>
                  </a:extLst>
                </p:cNvPr>
                <p:cNvSpPr/>
                <p:nvPr/>
              </p:nvSpPr>
              <p:spPr>
                <a:xfrm>
                  <a:off x="6939937" y="4453305"/>
                  <a:ext cx="166480" cy="6192"/>
                </a:xfrm>
                <a:custGeom>
                  <a:avLst/>
                  <a:gdLst>
                    <a:gd name="connsiteX0" fmla="*/ 0 w 166480"/>
                    <a:gd name="connsiteY0" fmla="*/ 0 h 6192"/>
                    <a:gd name="connsiteX1" fmla="*/ 166481 w 166480"/>
                    <a:gd name="connsiteY1" fmla="*/ 0 h 6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66480" h="6192">
                      <a:moveTo>
                        <a:pt x="0" y="0"/>
                      </a:moveTo>
                      <a:lnTo>
                        <a:pt x="166481" y="0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</p:grpSp>
          <p:grpSp>
            <p:nvGrpSpPr>
              <p:cNvPr id="106" name="Graphic 81">
                <a:extLst>
                  <a:ext uri="{FF2B5EF4-FFF2-40B4-BE49-F238E27FC236}">
                    <a16:creationId xmlns:a16="http://schemas.microsoft.com/office/drawing/2014/main" id="{00C480DF-1030-6E10-6BD9-E485F8E742C3}"/>
                  </a:ext>
                </a:extLst>
              </p:cNvPr>
              <p:cNvGrpSpPr/>
              <p:nvPr/>
            </p:nvGrpSpPr>
            <p:grpSpPr>
              <a:xfrm>
                <a:off x="6817397" y="4621752"/>
                <a:ext cx="289020" cy="50781"/>
                <a:chOff x="6817397" y="4621752"/>
                <a:chExt cx="289020" cy="50781"/>
              </a:xfrm>
              <a:noFill/>
            </p:grpSpPr>
            <p:sp>
              <p:nvSpPr>
                <p:cNvPr id="107" name="Freeform 338">
                  <a:extLst>
                    <a:ext uri="{FF2B5EF4-FFF2-40B4-BE49-F238E27FC236}">
                      <a16:creationId xmlns:a16="http://schemas.microsoft.com/office/drawing/2014/main" id="{14E39C74-B7CA-82DB-EBFC-CD719F5D42DF}"/>
                    </a:ext>
                  </a:extLst>
                </p:cNvPr>
                <p:cNvSpPr/>
                <p:nvPr/>
              </p:nvSpPr>
              <p:spPr>
                <a:xfrm>
                  <a:off x="6817397" y="4647143"/>
                  <a:ext cx="37133" cy="6192"/>
                </a:xfrm>
                <a:custGeom>
                  <a:avLst/>
                  <a:gdLst>
                    <a:gd name="connsiteX0" fmla="*/ 0 w 37133"/>
                    <a:gd name="connsiteY0" fmla="*/ 0 h 6192"/>
                    <a:gd name="connsiteX1" fmla="*/ 37133 w 37133"/>
                    <a:gd name="connsiteY1" fmla="*/ 0 h 6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133" h="6192">
                      <a:moveTo>
                        <a:pt x="0" y="0"/>
                      </a:moveTo>
                      <a:lnTo>
                        <a:pt x="37133" y="0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108" name="Freeform 339">
                  <a:extLst>
                    <a:ext uri="{FF2B5EF4-FFF2-40B4-BE49-F238E27FC236}">
                      <a16:creationId xmlns:a16="http://schemas.microsoft.com/office/drawing/2014/main" id="{5A917637-93DB-C7C6-80E0-F28B4B55085C}"/>
                    </a:ext>
                  </a:extLst>
                </p:cNvPr>
                <p:cNvSpPr/>
                <p:nvPr/>
              </p:nvSpPr>
              <p:spPr>
                <a:xfrm>
                  <a:off x="6854530" y="4621752"/>
                  <a:ext cx="50748" cy="50781"/>
                </a:xfrm>
                <a:custGeom>
                  <a:avLst/>
                  <a:gdLst>
                    <a:gd name="connsiteX0" fmla="*/ 50749 w 50748"/>
                    <a:gd name="connsiteY0" fmla="*/ 25391 h 50781"/>
                    <a:gd name="connsiteX1" fmla="*/ 25374 w 50748"/>
                    <a:gd name="connsiteY1" fmla="*/ 50782 h 50781"/>
                    <a:gd name="connsiteX2" fmla="*/ 0 w 50748"/>
                    <a:gd name="connsiteY2" fmla="*/ 25391 h 50781"/>
                    <a:gd name="connsiteX3" fmla="*/ 25374 w 50748"/>
                    <a:gd name="connsiteY3" fmla="*/ 0 h 50781"/>
                    <a:gd name="connsiteX4" fmla="*/ 50749 w 50748"/>
                    <a:gd name="connsiteY4" fmla="*/ 25391 h 50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48" h="50781">
                      <a:moveTo>
                        <a:pt x="50749" y="25391"/>
                      </a:moveTo>
                      <a:cubicBezTo>
                        <a:pt x="50749" y="39414"/>
                        <a:pt x="39388" y="50782"/>
                        <a:pt x="25374" y="50782"/>
                      </a:cubicBezTo>
                      <a:cubicBezTo>
                        <a:pt x="11361" y="50782"/>
                        <a:pt x="0" y="39414"/>
                        <a:pt x="0" y="25391"/>
                      </a:cubicBezTo>
                      <a:cubicBezTo>
                        <a:pt x="0" y="11368"/>
                        <a:pt x="11361" y="0"/>
                        <a:pt x="25374" y="0"/>
                      </a:cubicBezTo>
                      <a:cubicBezTo>
                        <a:pt x="39388" y="0"/>
                        <a:pt x="50749" y="11368"/>
                        <a:pt x="50749" y="25391"/>
                      </a:cubicBezTo>
                      <a:close/>
                    </a:path>
                  </a:pathLst>
                </a:custGeom>
                <a:noFill/>
                <a:ln w="28575" cap="flat">
                  <a:solidFill>
                    <a:srgbClr val="41B3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  <p:sp>
              <p:nvSpPr>
                <p:cNvPr id="109" name="Freeform 340">
                  <a:extLst>
                    <a:ext uri="{FF2B5EF4-FFF2-40B4-BE49-F238E27FC236}">
                      <a16:creationId xmlns:a16="http://schemas.microsoft.com/office/drawing/2014/main" id="{B069D647-FC72-32FB-DBE2-F11F92AC1EFB}"/>
                    </a:ext>
                  </a:extLst>
                </p:cNvPr>
                <p:cNvSpPr/>
                <p:nvPr/>
              </p:nvSpPr>
              <p:spPr>
                <a:xfrm>
                  <a:off x="6905898" y="4647143"/>
                  <a:ext cx="200519" cy="6192"/>
                </a:xfrm>
                <a:custGeom>
                  <a:avLst/>
                  <a:gdLst>
                    <a:gd name="connsiteX0" fmla="*/ 0 w 200519"/>
                    <a:gd name="connsiteY0" fmla="*/ 0 h 6192"/>
                    <a:gd name="connsiteX1" fmla="*/ 200520 w 200519"/>
                    <a:gd name="connsiteY1" fmla="*/ 0 h 6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0519" h="6192">
                      <a:moveTo>
                        <a:pt x="0" y="0"/>
                      </a:moveTo>
                      <a:lnTo>
                        <a:pt x="200520" y="0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</p:grpSp>
        </p:grpSp>
        <p:sp>
          <p:nvSpPr>
            <p:cNvPr id="48" name="Freeform 317">
              <a:extLst>
                <a:ext uri="{FF2B5EF4-FFF2-40B4-BE49-F238E27FC236}">
                  <a16:creationId xmlns:a16="http://schemas.microsoft.com/office/drawing/2014/main" id="{3839B671-ADB1-4F5A-7581-9992663C821E}"/>
                </a:ext>
              </a:extLst>
            </p:cNvPr>
            <p:cNvSpPr/>
            <p:nvPr/>
          </p:nvSpPr>
          <p:spPr>
            <a:xfrm>
              <a:off x="6781501" y="4453305"/>
              <a:ext cx="14234" cy="6192"/>
            </a:xfrm>
            <a:custGeom>
              <a:avLst/>
              <a:gdLst>
                <a:gd name="connsiteX0" fmla="*/ 0 w 14234"/>
                <a:gd name="connsiteY0" fmla="*/ 0 h 6192"/>
                <a:gd name="connsiteX1" fmla="*/ 14234 w 14234"/>
                <a:gd name="connsiteY1" fmla="*/ 0 h 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234" h="6192">
                  <a:moveTo>
                    <a:pt x="0" y="0"/>
                  </a:moveTo>
                  <a:lnTo>
                    <a:pt x="14234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sp>
          <p:nvSpPr>
            <p:cNvPr id="75" name="Freeform 318">
              <a:extLst>
                <a:ext uri="{FF2B5EF4-FFF2-40B4-BE49-F238E27FC236}">
                  <a16:creationId xmlns:a16="http://schemas.microsoft.com/office/drawing/2014/main" id="{5BC5A89D-643E-1A5F-6A30-C74A0C30AF08}"/>
                </a:ext>
              </a:extLst>
            </p:cNvPr>
            <p:cNvSpPr/>
            <p:nvPr/>
          </p:nvSpPr>
          <p:spPr>
            <a:xfrm>
              <a:off x="6781501" y="4550534"/>
              <a:ext cx="14234" cy="6192"/>
            </a:xfrm>
            <a:custGeom>
              <a:avLst/>
              <a:gdLst>
                <a:gd name="connsiteX0" fmla="*/ 0 w 14234"/>
                <a:gd name="connsiteY0" fmla="*/ 0 h 6192"/>
                <a:gd name="connsiteX1" fmla="*/ 14234 w 14234"/>
                <a:gd name="connsiteY1" fmla="*/ 0 h 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234" h="6192">
                  <a:moveTo>
                    <a:pt x="0" y="0"/>
                  </a:moveTo>
                  <a:lnTo>
                    <a:pt x="14234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sp>
          <p:nvSpPr>
            <p:cNvPr id="76" name="Freeform 319">
              <a:extLst>
                <a:ext uri="{FF2B5EF4-FFF2-40B4-BE49-F238E27FC236}">
                  <a16:creationId xmlns:a16="http://schemas.microsoft.com/office/drawing/2014/main" id="{2264CE11-4892-9E2A-C217-32F7BD53F119}"/>
                </a:ext>
              </a:extLst>
            </p:cNvPr>
            <p:cNvSpPr/>
            <p:nvPr/>
          </p:nvSpPr>
          <p:spPr>
            <a:xfrm>
              <a:off x="6781501" y="4647143"/>
              <a:ext cx="14234" cy="6192"/>
            </a:xfrm>
            <a:custGeom>
              <a:avLst/>
              <a:gdLst>
                <a:gd name="connsiteX0" fmla="*/ 0 w 14234"/>
                <a:gd name="connsiteY0" fmla="*/ 0 h 6192"/>
                <a:gd name="connsiteX1" fmla="*/ 14234 w 14234"/>
                <a:gd name="connsiteY1" fmla="*/ 0 h 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234" h="6192">
                  <a:moveTo>
                    <a:pt x="0" y="0"/>
                  </a:moveTo>
                  <a:lnTo>
                    <a:pt x="14234" y="0"/>
                  </a:lnTo>
                </a:path>
              </a:pathLst>
            </a:custGeom>
            <a:ln w="28575" cap="flat">
              <a:solidFill>
                <a:srgbClr val="41B3FF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grpSp>
          <p:nvGrpSpPr>
            <p:cNvPr id="77" name="Graphic 81">
              <a:extLst>
                <a:ext uri="{FF2B5EF4-FFF2-40B4-BE49-F238E27FC236}">
                  <a16:creationId xmlns:a16="http://schemas.microsoft.com/office/drawing/2014/main" id="{87051EF4-1E4A-46DA-B79A-FD9B3B6699B3}"/>
                </a:ext>
              </a:extLst>
            </p:cNvPr>
            <p:cNvGrpSpPr/>
            <p:nvPr/>
          </p:nvGrpSpPr>
          <p:grpSpPr>
            <a:xfrm>
              <a:off x="6155806" y="4207447"/>
              <a:ext cx="805173" cy="596996"/>
              <a:chOff x="6155806" y="4207447"/>
              <a:chExt cx="805173" cy="596996"/>
            </a:xfrm>
            <a:noFill/>
          </p:grpSpPr>
          <p:grpSp>
            <p:nvGrpSpPr>
              <p:cNvPr id="78" name="Graphic 81">
                <a:extLst>
                  <a:ext uri="{FF2B5EF4-FFF2-40B4-BE49-F238E27FC236}">
                    <a16:creationId xmlns:a16="http://schemas.microsoft.com/office/drawing/2014/main" id="{FBA1273B-A54E-1D28-CF9C-73DD6F704A66}"/>
                  </a:ext>
                </a:extLst>
              </p:cNvPr>
              <p:cNvGrpSpPr/>
              <p:nvPr/>
            </p:nvGrpSpPr>
            <p:grpSpPr>
              <a:xfrm>
                <a:off x="6155806" y="4235934"/>
                <a:ext cx="803935" cy="568509"/>
                <a:chOff x="6155806" y="4235934"/>
                <a:chExt cx="803935" cy="568509"/>
              </a:xfrm>
              <a:noFill/>
            </p:grpSpPr>
            <p:grpSp>
              <p:nvGrpSpPr>
                <p:cNvPr id="80" name="Graphic 81">
                  <a:extLst>
                    <a:ext uri="{FF2B5EF4-FFF2-40B4-BE49-F238E27FC236}">
                      <a16:creationId xmlns:a16="http://schemas.microsoft.com/office/drawing/2014/main" id="{2DDDC643-9287-9B05-08A6-1571067399FA}"/>
                    </a:ext>
                  </a:extLst>
                </p:cNvPr>
                <p:cNvGrpSpPr/>
                <p:nvPr/>
              </p:nvGrpSpPr>
              <p:grpSpPr>
                <a:xfrm>
                  <a:off x="6194177" y="4235934"/>
                  <a:ext cx="490159" cy="568509"/>
                  <a:chOff x="6194177" y="4235934"/>
                  <a:chExt cx="490159" cy="568509"/>
                </a:xfrm>
                <a:noFill/>
              </p:grpSpPr>
              <p:sp>
                <p:nvSpPr>
                  <p:cNvPr id="82" name="Freeform 325">
                    <a:extLst>
                      <a:ext uri="{FF2B5EF4-FFF2-40B4-BE49-F238E27FC236}">
                        <a16:creationId xmlns:a16="http://schemas.microsoft.com/office/drawing/2014/main" id="{CF7870AC-AA7B-4797-D7CB-238451396B3E}"/>
                      </a:ext>
                    </a:extLst>
                  </p:cNvPr>
                  <p:cNvSpPr/>
                  <p:nvPr/>
                </p:nvSpPr>
                <p:spPr>
                  <a:xfrm>
                    <a:off x="6306814" y="4312726"/>
                    <a:ext cx="1856" cy="491716"/>
                  </a:xfrm>
                  <a:custGeom>
                    <a:avLst/>
                    <a:gdLst>
                      <a:gd name="connsiteX0" fmla="*/ 1857 w 1856"/>
                      <a:gd name="connsiteY0" fmla="*/ 491717 h 491716"/>
                      <a:gd name="connsiteX1" fmla="*/ 0 w 1856"/>
                      <a:gd name="connsiteY1" fmla="*/ 0 h 491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856" h="491716">
                        <a:moveTo>
                          <a:pt x="1857" y="491717"/>
                        </a:moveTo>
                        <a:lnTo>
                          <a:pt x="0" y="0"/>
                        </a:lnTo>
                      </a:path>
                    </a:pathLst>
                  </a:custGeom>
                  <a:ln w="28575" cap="flat">
                    <a:solidFill>
                      <a:srgbClr val="41B3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" panose="020B0603020204020204" pitchFamily="34" charset="0"/>
                      <a:ea typeface="Amazon Ember" panose="020B0603020204020204" pitchFamily="34" charset="0"/>
                      <a:cs typeface="Amazon Ember" panose="020B0603020204020204" pitchFamily="34" charset="0"/>
                    </a:endParaRPr>
                  </a:p>
                </p:txBody>
              </p:sp>
              <p:sp>
                <p:nvSpPr>
                  <p:cNvPr id="83" name="Freeform 326">
                    <a:extLst>
                      <a:ext uri="{FF2B5EF4-FFF2-40B4-BE49-F238E27FC236}">
                        <a16:creationId xmlns:a16="http://schemas.microsoft.com/office/drawing/2014/main" id="{E8534703-6D63-2DBF-692D-6EB3D6552389}"/>
                      </a:ext>
                    </a:extLst>
                  </p:cNvPr>
                  <p:cNvSpPr/>
                  <p:nvPr/>
                </p:nvSpPr>
                <p:spPr>
                  <a:xfrm>
                    <a:off x="6194177" y="4236553"/>
                    <a:ext cx="44559" cy="44588"/>
                  </a:xfrm>
                  <a:custGeom>
                    <a:avLst/>
                    <a:gdLst>
                      <a:gd name="connsiteX0" fmla="*/ 44560 w 44559"/>
                      <a:gd name="connsiteY0" fmla="*/ 22294 h 44588"/>
                      <a:gd name="connsiteX1" fmla="*/ 22280 w 44559"/>
                      <a:gd name="connsiteY1" fmla="*/ 44589 h 44588"/>
                      <a:gd name="connsiteX2" fmla="*/ 0 w 44559"/>
                      <a:gd name="connsiteY2" fmla="*/ 22294 h 44588"/>
                      <a:gd name="connsiteX3" fmla="*/ 22280 w 44559"/>
                      <a:gd name="connsiteY3" fmla="*/ 0 h 44588"/>
                      <a:gd name="connsiteX4" fmla="*/ 44560 w 44559"/>
                      <a:gd name="connsiteY4" fmla="*/ 22294 h 445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4559" h="44588">
                        <a:moveTo>
                          <a:pt x="44560" y="22294"/>
                        </a:moveTo>
                        <a:cubicBezTo>
                          <a:pt x="44560" y="34607"/>
                          <a:pt x="34585" y="44589"/>
                          <a:pt x="22280" y="44589"/>
                        </a:cubicBezTo>
                        <a:cubicBezTo>
                          <a:pt x="9975" y="44589"/>
                          <a:pt x="0" y="34607"/>
                          <a:pt x="0" y="22294"/>
                        </a:cubicBezTo>
                        <a:cubicBezTo>
                          <a:pt x="0" y="9982"/>
                          <a:pt x="9975" y="0"/>
                          <a:pt x="22280" y="0"/>
                        </a:cubicBezTo>
                        <a:cubicBezTo>
                          <a:pt x="34585" y="0"/>
                          <a:pt x="44560" y="9982"/>
                          <a:pt x="44560" y="22294"/>
                        </a:cubicBezTo>
                        <a:close/>
                      </a:path>
                    </a:pathLst>
                  </a:custGeom>
                  <a:noFill/>
                  <a:ln w="28575" cap="flat">
                    <a:solidFill>
                      <a:srgbClr val="41B3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" panose="020B0603020204020204" pitchFamily="34" charset="0"/>
                      <a:ea typeface="Amazon Ember" panose="020B0603020204020204" pitchFamily="34" charset="0"/>
                      <a:cs typeface="Amazon Ember" panose="020B0603020204020204" pitchFamily="34" charset="0"/>
                    </a:endParaRPr>
                  </a:p>
                </p:txBody>
              </p:sp>
              <p:sp>
                <p:nvSpPr>
                  <p:cNvPr id="87" name="Freeform 327">
                    <a:extLst>
                      <a:ext uri="{FF2B5EF4-FFF2-40B4-BE49-F238E27FC236}">
                        <a16:creationId xmlns:a16="http://schemas.microsoft.com/office/drawing/2014/main" id="{176504FC-A000-35AB-DF81-007698D92A61}"/>
                      </a:ext>
                    </a:extLst>
                  </p:cNvPr>
                  <p:cNvSpPr/>
                  <p:nvPr/>
                </p:nvSpPr>
                <p:spPr>
                  <a:xfrm>
                    <a:off x="6261635" y="4236553"/>
                    <a:ext cx="44559" cy="44588"/>
                  </a:xfrm>
                  <a:custGeom>
                    <a:avLst/>
                    <a:gdLst>
                      <a:gd name="connsiteX0" fmla="*/ 44560 w 44559"/>
                      <a:gd name="connsiteY0" fmla="*/ 22294 h 44588"/>
                      <a:gd name="connsiteX1" fmla="*/ 22280 w 44559"/>
                      <a:gd name="connsiteY1" fmla="*/ 44589 h 44588"/>
                      <a:gd name="connsiteX2" fmla="*/ 0 w 44559"/>
                      <a:gd name="connsiteY2" fmla="*/ 22294 h 44588"/>
                      <a:gd name="connsiteX3" fmla="*/ 22280 w 44559"/>
                      <a:gd name="connsiteY3" fmla="*/ 0 h 44588"/>
                      <a:gd name="connsiteX4" fmla="*/ 44560 w 44559"/>
                      <a:gd name="connsiteY4" fmla="*/ 22294 h 445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4559" h="44588">
                        <a:moveTo>
                          <a:pt x="44560" y="22294"/>
                        </a:moveTo>
                        <a:cubicBezTo>
                          <a:pt x="44560" y="34607"/>
                          <a:pt x="34585" y="44589"/>
                          <a:pt x="22280" y="44589"/>
                        </a:cubicBezTo>
                        <a:cubicBezTo>
                          <a:pt x="9975" y="44589"/>
                          <a:pt x="0" y="34607"/>
                          <a:pt x="0" y="22294"/>
                        </a:cubicBezTo>
                        <a:cubicBezTo>
                          <a:pt x="0" y="9982"/>
                          <a:pt x="9975" y="0"/>
                          <a:pt x="22280" y="0"/>
                        </a:cubicBezTo>
                        <a:cubicBezTo>
                          <a:pt x="34585" y="0"/>
                          <a:pt x="44560" y="9982"/>
                          <a:pt x="44560" y="22294"/>
                        </a:cubicBezTo>
                        <a:close/>
                      </a:path>
                    </a:pathLst>
                  </a:custGeom>
                  <a:noFill/>
                  <a:ln w="28575" cap="flat">
                    <a:solidFill>
                      <a:srgbClr val="41B3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" panose="020B0603020204020204" pitchFamily="34" charset="0"/>
                      <a:ea typeface="Amazon Ember" panose="020B0603020204020204" pitchFamily="34" charset="0"/>
                      <a:cs typeface="Amazon Ember" panose="020B0603020204020204" pitchFamily="34" charset="0"/>
                    </a:endParaRPr>
                  </a:p>
                </p:txBody>
              </p:sp>
              <p:sp>
                <p:nvSpPr>
                  <p:cNvPr id="90" name="Freeform 328">
                    <a:extLst>
                      <a:ext uri="{FF2B5EF4-FFF2-40B4-BE49-F238E27FC236}">
                        <a16:creationId xmlns:a16="http://schemas.microsoft.com/office/drawing/2014/main" id="{5A53085D-77A3-1219-3CDF-9B1D263ECB7C}"/>
                      </a:ext>
                    </a:extLst>
                  </p:cNvPr>
                  <p:cNvSpPr/>
                  <p:nvPr/>
                </p:nvSpPr>
                <p:spPr>
                  <a:xfrm>
                    <a:off x="6329094" y="4235934"/>
                    <a:ext cx="44559" cy="44588"/>
                  </a:xfrm>
                  <a:custGeom>
                    <a:avLst/>
                    <a:gdLst>
                      <a:gd name="connsiteX0" fmla="*/ 44560 w 44559"/>
                      <a:gd name="connsiteY0" fmla="*/ 22294 h 44588"/>
                      <a:gd name="connsiteX1" fmla="*/ 22280 w 44559"/>
                      <a:gd name="connsiteY1" fmla="*/ 44589 h 44588"/>
                      <a:gd name="connsiteX2" fmla="*/ 0 w 44559"/>
                      <a:gd name="connsiteY2" fmla="*/ 22294 h 44588"/>
                      <a:gd name="connsiteX3" fmla="*/ 22280 w 44559"/>
                      <a:gd name="connsiteY3" fmla="*/ 0 h 44588"/>
                      <a:gd name="connsiteX4" fmla="*/ 44560 w 44559"/>
                      <a:gd name="connsiteY4" fmla="*/ 22294 h 445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4559" h="44588">
                        <a:moveTo>
                          <a:pt x="44560" y="22294"/>
                        </a:moveTo>
                        <a:cubicBezTo>
                          <a:pt x="44560" y="34607"/>
                          <a:pt x="34585" y="44589"/>
                          <a:pt x="22280" y="44589"/>
                        </a:cubicBezTo>
                        <a:cubicBezTo>
                          <a:pt x="9975" y="44589"/>
                          <a:pt x="0" y="34607"/>
                          <a:pt x="0" y="22294"/>
                        </a:cubicBezTo>
                        <a:cubicBezTo>
                          <a:pt x="0" y="9982"/>
                          <a:pt x="9975" y="0"/>
                          <a:pt x="22280" y="0"/>
                        </a:cubicBezTo>
                        <a:cubicBezTo>
                          <a:pt x="34585" y="0"/>
                          <a:pt x="44560" y="9982"/>
                          <a:pt x="44560" y="22294"/>
                        </a:cubicBezTo>
                        <a:close/>
                      </a:path>
                    </a:pathLst>
                  </a:custGeom>
                  <a:noFill/>
                  <a:ln w="28575" cap="flat">
                    <a:solidFill>
                      <a:srgbClr val="41B3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" panose="020B0603020204020204" pitchFamily="34" charset="0"/>
                      <a:ea typeface="Amazon Ember" panose="020B0603020204020204" pitchFamily="34" charset="0"/>
                      <a:cs typeface="Amazon Ember" panose="020B0603020204020204" pitchFamily="34" charset="0"/>
                    </a:endParaRPr>
                  </a:p>
                </p:txBody>
              </p:sp>
              <p:sp>
                <p:nvSpPr>
                  <p:cNvPr id="91" name="Freeform 329">
                    <a:extLst>
                      <a:ext uri="{FF2B5EF4-FFF2-40B4-BE49-F238E27FC236}">
                        <a16:creationId xmlns:a16="http://schemas.microsoft.com/office/drawing/2014/main" id="{D18FE5C7-EBAA-4CC5-C3B5-9C3F3759FED3}"/>
                      </a:ext>
                    </a:extLst>
                  </p:cNvPr>
                  <p:cNvSpPr/>
                  <p:nvPr/>
                </p:nvSpPr>
                <p:spPr>
                  <a:xfrm>
                    <a:off x="6514142" y="4437823"/>
                    <a:ext cx="169575" cy="1238"/>
                  </a:xfrm>
                  <a:custGeom>
                    <a:avLst/>
                    <a:gdLst>
                      <a:gd name="connsiteX0" fmla="*/ 0 w 169575"/>
                      <a:gd name="connsiteY0" fmla="*/ 1239 h 1238"/>
                      <a:gd name="connsiteX1" fmla="*/ 169575 w 169575"/>
                      <a:gd name="connsiteY1" fmla="*/ 0 h 12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69575" h="1238">
                        <a:moveTo>
                          <a:pt x="0" y="1239"/>
                        </a:moveTo>
                        <a:lnTo>
                          <a:pt x="169575" y="0"/>
                        </a:lnTo>
                      </a:path>
                    </a:pathLst>
                  </a:custGeom>
                  <a:ln w="28575" cap="flat">
                    <a:solidFill>
                      <a:srgbClr val="41B3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" panose="020B0603020204020204" pitchFamily="34" charset="0"/>
                      <a:ea typeface="Amazon Ember" panose="020B0603020204020204" pitchFamily="34" charset="0"/>
                      <a:cs typeface="Amazon Ember" panose="020B0603020204020204" pitchFamily="34" charset="0"/>
                    </a:endParaRPr>
                  </a:p>
                </p:txBody>
              </p:sp>
              <p:sp>
                <p:nvSpPr>
                  <p:cNvPr id="94" name="Freeform 330">
                    <a:extLst>
                      <a:ext uri="{FF2B5EF4-FFF2-40B4-BE49-F238E27FC236}">
                        <a16:creationId xmlns:a16="http://schemas.microsoft.com/office/drawing/2014/main" id="{190C3A11-2BAD-A1BE-6D33-F7A5EF2D2046}"/>
                      </a:ext>
                    </a:extLst>
                  </p:cNvPr>
                  <p:cNvSpPr/>
                  <p:nvPr/>
                </p:nvSpPr>
                <p:spPr>
                  <a:xfrm rot="-12600">
                    <a:off x="6412652" y="4408748"/>
                    <a:ext cx="60651" cy="60690"/>
                  </a:xfrm>
                  <a:custGeom>
                    <a:avLst/>
                    <a:gdLst>
                      <a:gd name="connsiteX0" fmla="*/ 0 w 60651"/>
                      <a:gd name="connsiteY0" fmla="*/ 0 h 60690"/>
                      <a:gd name="connsiteX1" fmla="*/ 60651 w 60651"/>
                      <a:gd name="connsiteY1" fmla="*/ 0 h 60690"/>
                      <a:gd name="connsiteX2" fmla="*/ 60651 w 60651"/>
                      <a:gd name="connsiteY2" fmla="*/ 60690 h 60690"/>
                      <a:gd name="connsiteX3" fmla="*/ 0 w 60651"/>
                      <a:gd name="connsiteY3" fmla="*/ 60690 h 606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0651" h="60690">
                        <a:moveTo>
                          <a:pt x="0" y="0"/>
                        </a:moveTo>
                        <a:lnTo>
                          <a:pt x="60651" y="0"/>
                        </a:lnTo>
                        <a:lnTo>
                          <a:pt x="60651" y="60690"/>
                        </a:lnTo>
                        <a:lnTo>
                          <a:pt x="0" y="60690"/>
                        </a:lnTo>
                        <a:close/>
                      </a:path>
                    </a:pathLst>
                  </a:custGeom>
                  <a:noFill/>
                  <a:ln w="28575" cap="flat">
                    <a:solidFill>
                      <a:srgbClr val="41B3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" panose="020B0603020204020204" pitchFamily="34" charset="0"/>
                      <a:ea typeface="Amazon Ember" panose="020B0603020204020204" pitchFamily="34" charset="0"/>
                      <a:cs typeface="Amazon Ember" panose="020B0603020204020204" pitchFamily="34" charset="0"/>
                    </a:endParaRPr>
                  </a:p>
                </p:txBody>
              </p:sp>
              <p:sp>
                <p:nvSpPr>
                  <p:cNvPr id="95" name="Freeform 331">
                    <a:extLst>
                      <a:ext uri="{FF2B5EF4-FFF2-40B4-BE49-F238E27FC236}">
                        <a16:creationId xmlns:a16="http://schemas.microsoft.com/office/drawing/2014/main" id="{3CBFBAD4-D3F9-2FB6-68B2-E176E7F696D6}"/>
                      </a:ext>
                    </a:extLst>
                  </p:cNvPr>
                  <p:cNvSpPr/>
                  <p:nvPr/>
                </p:nvSpPr>
                <p:spPr>
                  <a:xfrm rot="-12600">
                    <a:off x="6413216" y="4528887"/>
                    <a:ext cx="60651" cy="60690"/>
                  </a:xfrm>
                  <a:custGeom>
                    <a:avLst/>
                    <a:gdLst>
                      <a:gd name="connsiteX0" fmla="*/ 0 w 60651"/>
                      <a:gd name="connsiteY0" fmla="*/ 0 h 60690"/>
                      <a:gd name="connsiteX1" fmla="*/ 60651 w 60651"/>
                      <a:gd name="connsiteY1" fmla="*/ 0 h 60690"/>
                      <a:gd name="connsiteX2" fmla="*/ 60651 w 60651"/>
                      <a:gd name="connsiteY2" fmla="*/ 60691 h 60690"/>
                      <a:gd name="connsiteX3" fmla="*/ 0 w 60651"/>
                      <a:gd name="connsiteY3" fmla="*/ 60691 h 606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0651" h="60690">
                        <a:moveTo>
                          <a:pt x="0" y="0"/>
                        </a:moveTo>
                        <a:lnTo>
                          <a:pt x="60651" y="0"/>
                        </a:lnTo>
                        <a:lnTo>
                          <a:pt x="60651" y="60691"/>
                        </a:lnTo>
                        <a:lnTo>
                          <a:pt x="0" y="60691"/>
                        </a:lnTo>
                        <a:close/>
                      </a:path>
                    </a:pathLst>
                  </a:custGeom>
                  <a:noFill/>
                  <a:ln w="28575" cap="flat">
                    <a:solidFill>
                      <a:srgbClr val="41B3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" panose="020B0603020204020204" pitchFamily="34" charset="0"/>
                      <a:ea typeface="Amazon Ember" panose="020B0603020204020204" pitchFamily="34" charset="0"/>
                      <a:cs typeface="Amazon Ember" panose="020B0603020204020204" pitchFamily="34" charset="0"/>
                    </a:endParaRPr>
                  </a:p>
                </p:txBody>
              </p:sp>
              <p:sp>
                <p:nvSpPr>
                  <p:cNvPr id="97" name="Freeform 332">
                    <a:extLst>
                      <a:ext uri="{FF2B5EF4-FFF2-40B4-BE49-F238E27FC236}">
                        <a16:creationId xmlns:a16="http://schemas.microsoft.com/office/drawing/2014/main" id="{6AF90C4D-B37E-A175-00F4-4633339B1362}"/>
                      </a:ext>
                    </a:extLst>
                  </p:cNvPr>
                  <p:cNvSpPr/>
                  <p:nvPr/>
                </p:nvSpPr>
                <p:spPr>
                  <a:xfrm>
                    <a:off x="6515379" y="4677488"/>
                    <a:ext cx="168956" cy="1857"/>
                  </a:xfrm>
                  <a:custGeom>
                    <a:avLst/>
                    <a:gdLst>
                      <a:gd name="connsiteX0" fmla="*/ 0 w 168956"/>
                      <a:gd name="connsiteY0" fmla="*/ 1858 h 1857"/>
                      <a:gd name="connsiteX1" fmla="*/ 168956 w 168956"/>
                      <a:gd name="connsiteY1" fmla="*/ 0 h 18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68956" h="1857">
                        <a:moveTo>
                          <a:pt x="0" y="1858"/>
                        </a:moveTo>
                        <a:lnTo>
                          <a:pt x="168956" y="0"/>
                        </a:lnTo>
                      </a:path>
                    </a:pathLst>
                  </a:custGeom>
                  <a:ln w="28575" cap="flat">
                    <a:solidFill>
                      <a:srgbClr val="41B3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" panose="020B0603020204020204" pitchFamily="34" charset="0"/>
                      <a:ea typeface="Amazon Ember" panose="020B0603020204020204" pitchFamily="34" charset="0"/>
                      <a:cs typeface="Amazon Ember" panose="020B0603020204020204" pitchFamily="34" charset="0"/>
                    </a:endParaRPr>
                  </a:p>
                </p:txBody>
              </p:sp>
              <p:sp>
                <p:nvSpPr>
                  <p:cNvPr id="98" name="Freeform 333">
                    <a:extLst>
                      <a:ext uri="{FF2B5EF4-FFF2-40B4-BE49-F238E27FC236}">
                        <a16:creationId xmlns:a16="http://schemas.microsoft.com/office/drawing/2014/main" id="{1AAA04CE-C3B2-E2F1-1410-71ABD606CC50}"/>
                      </a:ext>
                    </a:extLst>
                  </p:cNvPr>
                  <p:cNvSpPr/>
                  <p:nvPr/>
                </p:nvSpPr>
                <p:spPr>
                  <a:xfrm rot="-12600">
                    <a:off x="6413842" y="4649026"/>
                    <a:ext cx="60651" cy="60690"/>
                  </a:xfrm>
                  <a:custGeom>
                    <a:avLst/>
                    <a:gdLst>
                      <a:gd name="connsiteX0" fmla="*/ 0 w 60651"/>
                      <a:gd name="connsiteY0" fmla="*/ 0 h 60690"/>
                      <a:gd name="connsiteX1" fmla="*/ 60651 w 60651"/>
                      <a:gd name="connsiteY1" fmla="*/ 0 h 60690"/>
                      <a:gd name="connsiteX2" fmla="*/ 60651 w 60651"/>
                      <a:gd name="connsiteY2" fmla="*/ 60691 h 60690"/>
                      <a:gd name="connsiteX3" fmla="*/ 0 w 60651"/>
                      <a:gd name="connsiteY3" fmla="*/ 60691 h 606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0651" h="60690">
                        <a:moveTo>
                          <a:pt x="0" y="0"/>
                        </a:moveTo>
                        <a:lnTo>
                          <a:pt x="60651" y="0"/>
                        </a:lnTo>
                        <a:lnTo>
                          <a:pt x="60651" y="60691"/>
                        </a:lnTo>
                        <a:lnTo>
                          <a:pt x="0" y="60691"/>
                        </a:lnTo>
                        <a:close/>
                      </a:path>
                    </a:pathLst>
                  </a:custGeom>
                  <a:noFill/>
                  <a:ln w="28575" cap="flat">
                    <a:solidFill>
                      <a:srgbClr val="41B3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" panose="020B0603020204020204" pitchFamily="34" charset="0"/>
                      <a:ea typeface="Amazon Ember" panose="020B0603020204020204" pitchFamily="34" charset="0"/>
                      <a:cs typeface="Amazon Ember" panose="020B0603020204020204" pitchFamily="34" charset="0"/>
                    </a:endParaRPr>
                  </a:p>
                </p:txBody>
              </p:sp>
              <p:sp>
                <p:nvSpPr>
                  <p:cNvPr id="101" name="Freeform 334">
                    <a:extLst>
                      <a:ext uri="{FF2B5EF4-FFF2-40B4-BE49-F238E27FC236}">
                        <a16:creationId xmlns:a16="http://schemas.microsoft.com/office/drawing/2014/main" id="{B336E3DC-81B0-B1D1-7E5F-CA9DAD7E9FDC}"/>
                      </a:ext>
                    </a:extLst>
                  </p:cNvPr>
                  <p:cNvSpPr/>
                  <p:nvPr/>
                </p:nvSpPr>
                <p:spPr>
                  <a:xfrm>
                    <a:off x="6514761" y="4562920"/>
                    <a:ext cx="168956" cy="1238"/>
                  </a:xfrm>
                  <a:custGeom>
                    <a:avLst/>
                    <a:gdLst>
                      <a:gd name="connsiteX0" fmla="*/ 0 w 168956"/>
                      <a:gd name="connsiteY0" fmla="*/ 1239 h 1238"/>
                      <a:gd name="connsiteX1" fmla="*/ 168956 w 168956"/>
                      <a:gd name="connsiteY1" fmla="*/ 0 h 12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68956" h="1238">
                        <a:moveTo>
                          <a:pt x="0" y="1239"/>
                        </a:moveTo>
                        <a:lnTo>
                          <a:pt x="168956" y="0"/>
                        </a:lnTo>
                      </a:path>
                    </a:pathLst>
                  </a:custGeom>
                  <a:ln w="28575" cap="flat">
                    <a:solidFill>
                      <a:srgbClr val="41B3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mazon Ember" panose="020B0603020204020204" pitchFamily="34" charset="0"/>
                      <a:ea typeface="Amazon Ember" panose="020B0603020204020204" pitchFamily="34" charset="0"/>
                      <a:cs typeface="Amazon Ember" panose="020B0603020204020204" pitchFamily="34" charset="0"/>
                    </a:endParaRPr>
                  </a:p>
                </p:txBody>
              </p:sp>
            </p:grpSp>
            <p:sp>
              <p:nvSpPr>
                <p:cNvPr id="81" name="Freeform 324">
                  <a:extLst>
                    <a:ext uri="{FF2B5EF4-FFF2-40B4-BE49-F238E27FC236}">
                      <a16:creationId xmlns:a16="http://schemas.microsoft.com/office/drawing/2014/main" id="{6A37A0B7-7306-7DBC-A265-548398F9DD4F}"/>
                    </a:ext>
                  </a:extLst>
                </p:cNvPr>
                <p:cNvSpPr/>
                <p:nvPr/>
              </p:nvSpPr>
              <p:spPr>
                <a:xfrm>
                  <a:off x="6155806" y="4312726"/>
                  <a:ext cx="803935" cy="6192"/>
                </a:xfrm>
                <a:custGeom>
                  <a:avLst/>
                  <a:gdLst>
                    <a:gd name="connsiteX0" fmla="*/ 0 w 803935"/>
                    <a:gd name="connsiteY0" fmla="*/ 0 h 6192"/>
                    <a:gd name="connsiteX1" fmla="*/ 803935 w 803935"/>
                    <a:gd name="connsiteY1" fmla="*/ 0 h 6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03935" h="6192">
                      <a:moveTo>
                        <a:pt x="0" y="0"/>
                      </a:moveTo>
                      <a:lnTo>
                        <a:pt x="803935" y="0"/>
                      </a:lnTo>
                    </a:path>
                  </a:pathLst>
                </a:custGeom>
                <a:ln w="28575" cap="flat">
                  <a:solidFill>
                    <a:srgbClr val="41B3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endParaRPr>
                </a:p>
              </p:txBody>
            </p:sp>
          </p:grpSp>
          <p:sp>
            <p:nvSpPr>
              <p:cNvPr id="79" name="Freeform 322">
                <a:extLst>
                  <a:ext uri="{FF2B5EF4-FFF2-40B4-BE49-F238E27FC236}">
                    <a16:creationId xmlns:a16="http://schemas.microsoft.com/office/drawing/2014/main" id="{C1429732-5FA2-583B-40CA-80780908B7CA}"/>
                  </a:ext>
                </a:extLst>
              </p:cNvPr>
              <p:cNvSpPr/>
              <p:nvPr/>
            </p:nvSpPr>
            <p:spPr>
              <a:xfrm>
                <a:off x="6155806" y="4207447"/>
                <a:ext cx="805173" cy="595757"/>
              </a:xfrm>
              <a:custGeom>
                <a:avLst/>
                <a:gdLst>
                  <a:gd name="connsiteX0" fmla="*/ 803935 w 805173"/>
                  <a:gd name="connsiteY0" fmla="*/ 138721 h 595757"/>
                  <a:gd name="connsiteX1" fmla="*/ 804554 w 805173"/>
                  <a:gd name="connsiteY1" fmla="*/ 16721 h 595757"/>
                  <a:gd name="connsiteX2" fmla="*/ 787844 w 805173"/>
                  <a:gd name="connsiteY2" fmla="*/ 0 h 595757"/>
                  <a:gd name="connsiteX3" fmla="*/ 16710 w 805173"/>
                  <a:gd name="connsiteY3" fmla="*/ 0 h 595757"/>
                  <a:gd name="connsiteX4" fmla="*/ 0 w 805173"/>
                  <a:gd name="connsiteY4" fmla="*/ 16721 h 595757"/>
                  <a:gd name="connsiteX5" fmla="*/ 0 w 805173"/>
                  <a:gd name="connsiteY5" fmla="*/ 579037 h 595757"/>
                  <a:gd name="connsiteX6" fmla="*/ 16710 w 805173"/>
                  <a:gd name="connsiteY6" fmla="*/ 595758 h 595757"/>
                  <a:gd name="connsiteX7" fmla="*/ 788463 w 805173"/>
                  <a:gd name="connsiteY7" fmla="*/ 595758 h 595757"/>
                  <a:gd name="connsiteX8" fmla="*/ 805173 w 805173"/>
                  <a:gd name="connsiteY8" fmla="*/ 579037 h 595757"/>
                  <a:gd name="connsiteX9" fmla="*/ 805173 w 805173"/>
                  <a:gd name="connsiteY9" fmla="*/ 536925 h 595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5173" h="595757">
                    <a:moveTo>
                      <a:pt x="803935" y="138721"/>
                    </a:moveTo>
                    <a:lnTo>
                      <a:pt x="804554" y="16721"/>
                    </a:lnTo>
                    <a:cubicBezTo>
                      <a:pt x="804554" y="7431"/>
                      <a:pt x="797128" y="0"/>
                      <a:pt x="787844" y="0"/>
                    </a:cubicBezTo>
                    <a:lnTo>
                      <a:pt x="16710" y="0"/>
                    </a:lnTo>
                    <a:cubicBezTo>
                      <a:pt x="7427" y="0"/>
                      <a:pt x="0" y="7431"/>
                      <a:pt x="0" y="16721"/>
                    </a:cubicBezTo>
                    <a:lnTo>
                      <a:pt x="0" y="579037"/>
                    </a:lnTo>
                    <a:cubicBezTo>
                      <a:pt x="0" y="588326"/>
                      <a:pt x="7427" y="595758"/>
                      <a:pt x="16710" y="595758"/>
                    </a:cubicBezTo>
                    <a:lnTo>
                      <a:pt x="788463" y="595758"/>
                    </a:lnTo>
                    <a:cubicBezTo>
                      <a:pt x="797747" y="595758"/>
                      <a:pt x="805173" y="588326"/>
                      <a:pt x="805173" y="579037"/>
                    </a:cubicBezTo>
                    <a:lnTo>
                      <a:pt x="805173" y="536925"/>
                    </a:lnTo>
                  </a:path>
                </a:pathLst>
              </a:custGeom>
              <a:noFill/>
              <a:ln w="28575" cap="flat">
                <a:solidFill>
                  <a:srgbClr val="41B3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endParaRPr>
              </a:p>
            </p:txBody>
          </p:sp>
        </p:grpSp>
      </p:grpSp>
      <p:pic>
        <p:nvPicPr>
          <p:cNvPr id="117" name="Graphic 116" descr="World outline">
            <a:extLst>
              <a:ext uri="{FF2B5EF4-FFF2-40B4-BE49-F238E27FC236}">
                <a16:creationId xmlns:a16="http://schemas.microsoft.com/office/drawing/2014/main" id="{FB587D37-CEE2-B978-2211-7859B8F740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48261" y="2569018"/>
            <a:ext cx="671433" cy="671433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0473F174-1800-124D-92EB-07F41C93C2D6}"/>
              </a:ext>
            </a:extLst>
          </p:cNvPr>
          <p:cNvSpPr txBox="1"/>
          <p:nvPr/>
        </p:nvSpPr>
        <p:spPr>
          <a:xfrm>
            <a:off x="10071014" y="3130405"/>
            <a:ext cx="883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API</a:t>
            </a:r>
          </a:p>
        </p:txBody>
      </p:sp>
      <p:pic>
        <p:nvPicPr>
          <p:cNvPr id="120" name="Graphic 119" descr="Database outline">
            <a:extLst>
              <a:ext uri="{FF2B5EF4-FFF2-40B4-BE49-F238E27FC236}">
                <a16:creationId xmlns:a16="http://schemas.microsoft.com/office/drawing/2014/main" id="{94C4DDFF-2F32-BFA8-F055-35B7B1C75C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8261" y="3527581"/>
            <a:ext cx="671433" cy="671433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F22A97D2-5C3D-F1DE-34F3-C7AA669EDBD5}"/>
              </a:ext>
            </a:extLst>
          </p:cNvPr>
          <p:cNvSpPr txBox="1"/>
          <p:nvPr/>
        </p:nvSpPr>
        <p:spPr>
          <a:xfrm>
            <a:off x="9901648" y="4111202"/>
            <a:ext cx="1164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Database</a:t>
            </a:r>
          </a:p>
        </p:txBody>
      </p:sp>
      <p:pic>
        <p:nvPicPr>
          <p:cNvPr id="123" name="Graphic 122" descr="Calculator outline">
            <a:extLst>
              <a:ext uri="{FF2B5EF4-FFF2-40B4-BE49-F238E27FC236}">
                <a16:creationId xmlns:a16="http://schemas.microsoft.com/office/drawing/2014/main" id="{F734D2F3-1EA1-904D-C165-3258E7FD596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49839" y="4587268"/>
            <a:ext cx="669855" cy="669855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3CDE1F6D-45E0-B3B0-37CA-521522C12239}"/>
              </a:ext>
            </a:extLst>
          </p:cNvPr>
          <p:cNvSpPr txBox="1"/>
          <p:nvPr/>
        </p:nvSpPr>
        <p:spPr>
          <a:xfrm>
            <a:off x="9943909" y="5214275"/>
            <a:ext cx="1164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Calculator</a:t>
            </a:r>
          </a:p>
        </p:txBody>
      </p:sp>
      <p:sp>
        <p:nvSpPr>
          <p:cNvPr id="127" name="Rounded Rectangle 17">
            <a:extLst>
              <a:ext uri="{FF2B5EF4-FFF2-40B4-BE49-F238E27FC236}">
                <a16:creationId xmlns:a16="http://schemas.microsoft.com/office/drawing/2014/main" id="{244466C5-7B45-67F3-E4FF-8245C69B3B04}"/>
              </a:ext>
            </a:extLst>
          </p:cNvPr>
          <p:cNvSpPr/>
          <p:nvPr/>
        </p:nvSpPr>
        <p:spPr>
          <a:xfrm>
            <a:off x="3630788" y="5961590"/>
            <a:ext cx="1457584" cy="457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41B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Trained dataset</a:t>
            </a:r>
          </a:p>
        </p:txBody>
      </p:sp>
      <p:sp>
        <p:nvSpPr>
          <p:cNvPr id="131" name="Rounded Rectangle 17">
            <a:extLst>
              <a:ext uri="{FF2B5EF4-FFF2-40B4-BE49-F238E27FC236}">
                <a16:creationId xmlns:a16="http://schemas.microsoft.com/office/drawing/2014/main" id="{9D961C95-B8D5-D78D-5828-479480E513FE}"/>
              </a:ext>
            </a:extLst>
          </p:cNvPr>
          <p:cNvSpPr/>
          <p:nvPr/>
        </p:nvSpPr>
        <p:spPr>
          <a:xfrm>
            <a:off x="6794694" y="5961590"/>
            <a:ext cx="1371600" cy="457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41B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Long-term</a:t>
            </a:r>
          </a:p>
        </p:txBody>
      </p:sp>
      <p:sp>
        <p:nvSpPr>
          <p:cNvPr id="132" name="Flowchart: Alternate Process 131">
            <a:extLst>
              <a:ext uri="{FF2B5EF4-FFF2-40B4-BE49-F238E27FC236}">
                <a16:creationId xmlns:a16="http://schemas.microsoft.com/office/drawing/2014/main" id="{D28E4470-D481-0CDA-AEA0-0C1CB22BC0CF}"/>
              </a:ext>
            </a:extLst>
          </p:cNvPr>
          <p:cNvSpPr/>
          <p:nvPr/>
        </p:nvSpPr>
        <p:spPr>
          <a:xfrm>
            <a:off x="3485562" y="5670094"/>
            <a:ext cx="4795314" cy="859312"/>
          </a:xfrm>
          <a:prstGeom prst="flowChartAlternateProcess">
            <a:avLst/>
          </a:prstGeom>
          <a:noFill/>
          <a:ln w="222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875606"/>
                      <a:gd name="connsiteY0" fmla="*/ 645934 h 3886200"/>
                      <a:gd name="connsiteX1" fmla="*/ 645934 w 3875606"/>
                      <a:gd name="connsiteY1" fmla="*/ 0 h 3886200"/>
                      <a:gd name="connsiteX2" fmla="*/ 1214356 w 3875606"/>
                      <a:gd name="connsiteY2" fmla="*/ 0 h 3886200"/>
                      <a:gd name="connsiteX3" fmla="*/ 1705267 w 3875606"/>
                      <a:gd name="connsiteY3" fmla="*/ 0 h 3886200"/>
                      <a:gd name="connsiteX4" fmla="*/ 2170339 w 3875606"/>
                      <a:gd name="connsiteY4" fmla="*/ 0 h 3886200"/>
                      <a:gd name="connsiteX5" fmla="*/ 2712924 w 3875606"/>
                      <a:gd name="connsiteY5" fmla="*/ 0 h 3886200"/>
                      <a:gd name="connsiteX6" fmla="*/ 3229672 w 3875606"/>
                      <a:gd name="connsiteY6" fmla="*/ 0 h 3886200"/>
                      <a:gd name="connsiteX7" fmla="*/ 3875606 w 3875606"/>
                      <a:gd name="connsiteY7" fmla="*/ 645934 h 3886200"/>
                      <a:gd name="connsiteX8" fmla="*/ 3875606 w 3875606"/>
                      <a:gd name="connsiteY8" fmla="*/ 1164800 h 3886200"/>
                      <a:gd name="connsiteX9" fmla="*/ 3875606 w 3875606"/>
                      <a:gd name="connsiteY9" fmla="*/ 1605837 h 3886200"/>
                      <a:gd name="connsiteX10" fmla="*/ 3875606 w 3875606"/>
                      <a:gd name="connsiteY10" fmla="*/ 2124703 h 3886200"/>
                      <a:gd name="connsiteX11" fmla="*/ 3875606 w 3875606"/>
                      <a:gd name="connsiteY11" fmla="*/ 2643570 h 3886200"/>
                      <a:gd name="connsiteX12" fmla="*/ 3875606 w 3875606"/>
                      <a:gd name="connsiteY12" fmla="*/ 3240266 h 3886200"/>
                      <a:gd name="connsiteX13" fmla="*/ 3229672 w 3875606"/>
                      <a:gd name="connsiteY13" fmla="*/ 3886200 h 3886200"/>
                      <a:gd name="connsiteX14" fmla="*/ 2712924 w 3875606"/>
                      <a:gd name="connsiteY14" fmla="*/ 3886200 h 3886200"/>
                      <a:gd name="connsiteX15" fmla="*/ 2196177 w 3875606"/>
                      <a:gd name="connsiteY15" fmla="*/ 3886200 h 3886200"/>
                      <a:gd name="connsiteX16" fmla="*/ 1627754 w 3875606"/>
                      <a:gd name="connsiteY16" fmla="*/ 3886200 h 3886200"/>
                      <a:gd name="connsiteX17" fmla="*/ 1111007 w 3875606"/>
                      <a:gd name="connsiteY17" fmla="*/ 3886200 h 3886200"/>
                      <a:gd name="connsiteX18" fmla="*/ 645934 w 3875606"/>
                      <a:gd name="connsiteY18" fmla="*/ 3886200 h 3886200"/>
                      <a:gd name="connsiteX19" fmla="*/ 0 w 3875606"/>
                      <a:gd name="connsiteY19" fmla="*/ 3240266 h 3886200"/>
                      <a:gd name="connsiteX20" fmla="*/ 0 w 3875606"/>
                      <a:gd name="connsiteY20" fmla="*/ 2695456 h 3886200"/>
                      <a:gd name="connsiteX21" fmla="*/ 0 w 3875606"/>
                      <a:gd name="connsiteY21" fmla="*/ 2228477 h 3886200"/>
                      <a:gd name="connsiteX22" fmla="*/ 0 w 3875606"/>
                      <a:gd name="connsiteY22" fmla="*/ 1709610 h 3886200"/>
                      <a:gd name="connsiteX23" fmla="*/ 0 w 3875606"/>
                      <a:gd name="connsiteY23" fmla="*/ 1268574 h 3886200"/>
                      <a:gd name="connsiteX24" fmla="*/ 0 w 3875606"/>
                      <a:gd name="connsiteY24" fmla="*/ 645934 h 3886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875606" h="3886200" extrusionOk="0">
                        <a:moveTo>
                          <a:pt x="0" y="645934"/>
                        </a:moveTo>
                        <a:cubicBezTo>
                          <a:pt x="-15050" y="279912"/>
                          <a:pt x="248533" y="15261"/>
                          <a:pt x="645934" y="0"/>
                        </a:cubicBezTo>
                        <a:cubicBezTo>
                          <a:pt x="893581" y="-57160"/>
                          <a:pt x="1034362" y="56590"/>
                          <a:pt x="1214356" y="0"/>
                        </a:cubicBezTo>
                        <a:cubicBezTo>
                          <a:pt x="1394350" y="-56590"/>
                          <a:pt x="1600343" y="55706"/>
                          <a:pt x="1705267" y="0"/>
                        </a:cubicBezTo>
                        <a:cubicBezTo>
                          <a:pt x="1810191" y="-55706"/>
                          <a:pt x="2023898" y="15459"/>
                          <a:pt x="2170339" y="0"/>
                        </a:cubicBezTo>
                        <a:cubicBezTo>
                          <a:pt x="2316780" y="-15459"/>
                          <a:pt x="2494428" y="34479"/>
                          <a:pt x="2712924" y="0"/>
                        </a:cubicBezTo>
                        <a:cubicBezTo>
                          <a:pt x="2931420" y="-34479"/>
                          <a:pt x="3026835" y="41403"/>
                          <a:pt x="3229672" y="0"/>
                        </a:cubicBezTo>
                        <a:cubicBezTo>
                          <a:pt x="3605574" y="-31186"/>
                          <a:pt x="3841511" y="319157"/>
                          <a:pt x="3875606" y="645934"/>
                        </a:cubicBezTo>
                        <a:cubicBezTo>
                          <a:pt x="3904427" y="852985"/>
                          <a:pt x="3847894" y="933609"/>
                          <a:pt x="3875606" y="1164800"/>
                        </a:cubicBezTo>
                        <a:cubicBezTo>
                          <a:pt x="3903318" y="1395991"/>
                          <a:pt x="3858261" y="1408613"/>
                          <a:pt x="3875606" y="1605837"/>
                        </a:cubicBezTo>
                        <a:cubicBezTo>
                          <a:pt x="3892951" y="1803061"/>
                          <a:pt x="3850566" y="1968133"/>
                          <a:pt x="3875606" y="2124703"/>
                        </a:cubicBezTo>
                        <a:cubicBezTo>
                          <a:pt x="3900646" y="2281273"/>
                          <a:pt x="3871203" y="2416247"/>
                          <a:pt x="3875606" y="2643570"/>
                        </a:cubicBezTo>
                        <a:cubicBezTo>
                          <a:pt x="3880009" y="2870893"/>
                          <a:pt x="3809854" y="3004012"/>
                          <a:pt x="3875606" y="3240266"/>
                        </a:cubicBezTo>
                        <a:cubicBezTo>
                          <a:pt x="3889095" y="3613528"/>
                          <a:pt x="3657830" y="3823669"/>
                          <a:pt x="3229672" y="3886200"/>
                        </a:cubicBezTo>
                        <a:cubicBezTo>
                          <a:pt x="2982172" y="3942123"/>
                          <a:pt x="2959359" y="3839552"/>
                          <a:pt x="2712924" y="3886200"/>
                        </a:cubicBezTo>
                        <a:cubicBezTo>
                          <a:pt x="2466489" y="3932848"/>
                          <a:pt x="2399255" y="3842914"/>
                          <a:pt x="2196177" y="3886200"/>
                        </a:cubicBezTo>
                        <a:cubicBezTo>
                          <a:pt x="1993099" y="3929486"/>
                          <a:pt x="1810663" y="3872426"/>
                          <a:pt x="1627754" y="3886200"/>
                        </a:cubicBezTo>
                        <a:cubicBezTo>
                          <a:pt x="1444845" y="3899974"/>
                          <a:pt x="1272372" y="3850342"/>
                          <a:pt x="1111007" y="3886200"/>
                        </a:cubicBezTo>
                        <a:cubicBezTo>
                          <a:pt x="949642" y="3922058"/>
                          <a:pt x="875411" y="3841040"/>
                          <a:pt x="645934" y="3886200"/>
                        </a:cubicBezTo>
                        <a:cubicBezTo>
                          <a:pt x="184879" y="3890495"/>
                          <a:pt x="31939" y="3539429"/>
                          <a:pt x="0" y="3240266"/>
                        </a:cubicBezTo>
                        <a:cubicBezTo>
                          <a:pt x="-15974" y="2978196"/>
                          <a:pt x="21442" y="2911793"/>
                          <a:pt x="0" y="2695456"/>
                        </a:cubicBezTo>
                        <a:cubicBezTo>
                          <a:pt x="-21442" y="2479119"/>
                          <a:pt x="5622" y="2442741"/>
                          <a:pt x="0" y="2228477"/>
                        </a:cubicBezTo>
                        <a:cubicBezTo>
                          <a:pt x="-5622" y="2014213"/>
                          <a:pt x="12357" y="1871187"/>
                          <a:pt x="0" y="1709610"/>
                        </a:cubicBezTo>
                        <a:cubicBezTo>
                          <a:pt x="-12357" y="1548033"/>
                          <a:pt x="7871" y="1388569"/>
                          <a:pt x="0" y="1268574"/>
                        </a:cubicBezTo>
                        <a:cubicBezTo>
                          <a:pt x="-7871" y="1148579"/>
                          <a:pt x="8634" y="871570"/>
                          <a:pt x="0" y="64593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1B8A551-C38D-915F-B0DF-B93CA073BE04}"/>
              </a:ext>
            </a:extLst>
          </p:cNvPr>
          <p:cNvSpPr txBox="1"/>
          <p:nvPr/>
        </p:nvSpPr>
        <p:spPr>
          <a:xfrm>
            <a:off x="6135468" y="5624380"/>
            <a:ext cx="1183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Memory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01A55478-D451-F971-3E30-EF38324FC1BF}"/>
              </a:ext>
            </a:extLst>
          </p:cNvPr>
          <p:cNvCxnSpPr>
            <a:cxnSpLocks/>
          </p:cNvCxnSpPr>
          <p:nvPr/>
        </p:nvCxnSpPr>
        <p:spPr>
          <a:xfrm flipV="1">
            <a:off x="4184405" y="2569018"/>
            <a:ext cx="0" cy="41292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81F18440-76BF-C0F0-CCFA-6E0D7F27B2B5}"/>
              </a:ext>
            </a:extLst>
          </p:cNvPr>
          <p:cNvCxnSpPr>
            <a:cxnSpLocks/>
          </p:cNvCxnSpPr>
          <p:nvPr/>
        </p:nvCxnSpPr>
        <p:spPr>
          <a:xfrm>
            <a:off x="7578312" y="2565691"/>
            <a:ext cx="0" cy="41292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0" name="Graphic 139" descr="Monthly calendar outline">
            <a:extLst>
              <a:ext uri="{FF2B5EF4-FFF2-40B4-BE49-F238E27FC236}">
                <a16:creationId xmlns:a16="http://schemas.microsoft.com/office/drawing/2014/main" id="{1A310FF6-FD64-DA2F-C73A-15CFC6AF6C9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076737" y="5656196"/>
            <a:ext cx="851942" cy="851942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1FC4FC67-1961-4AC2-0939-D020F94BB7F2}"/>
              </a:ext>
            </a:extLst>
          </p:cNvPr>
          <p:cNvSpPr txBox="1"/>
          <p:nvPr/>
        </p:nvSpPr>
        <p:spPr>
          <a:xfrm>
            <a:off x="9943908" y="6360129"/>
            <a:ext cx="1164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Calendar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3EEE0DA-941C-9484-4D24-7ECF2C272621}"/>
              </a:ext>
            </a:extLst>
          </p:cNvPr>
          <p:cNvCxnSpPr/>
          <p:nvPr/>
        </p:nvCxnSpPr>
        <p:spPr>
          <a:xfrm>
            <a:off x="5206450" y="5680728"/>
            <a:ext cx="0" cy="83804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423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32BDC-36EF-A048-BE60-28AC7123C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0E5672-2421-7F56-CF83-CBAEABCEC1AF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b="1" dirty="0"/>
              <a:t>Agentic AI will Transform the Enterprise</a:t>
            </a:r>
            <a:endParaRPr lang="en-US" sz="4000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06BB924A-A246-92B4-9C07-CAE0A1F1B0DD}"/>
              </a:ext>
            </a:extLst>
          </p:cNvPr>
          <p:cNvSpPr txBox="1">
            <a:spLocks/>
          </p:cNvSpPr>
          <p:nvPr/>
        </p:nvSpPr>
        <p:spPr>
          <a:xfrm>
            <a:off x="301752" y="1496189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1800" b="1" dirty="0"/>
              <a:t>AI Agents will drive performance gains, better problem solving and faster time to action</a:t>
            </a:r>
            <a:endParaRPr lang="en-US" sz="18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1D72D8D-FBF5-CBDF-5EAE-9EDEA9CAE2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1623422"/>
              </p:ext>
            </p:extLst>
          </p:nvPr>
        </p:nvGraphicFramePr>
        <p:xfrm>
          <a:off x="382260" y="2641533"/>
          <a:ext cx="2937640" cy="2712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BE5DEC2-E53B-0F47-61E3-9094B697FBE8}"/>
              </a:ext>
            </a:extLst>
          </p:cNvPr>
          <p:cNvSpPr txBox="1"/>
          <p:nvPr/>
        </p:nvSpPr>
        <p:spPr>
          <a:xfrm>
            <a:off x="831342" y="3481168"/>
            <a:ext cx="2245488" cy="110799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en-US" sz="6600" b="1" dirty="0">
                <a:gradFill flip="none" rotWithShape="1">
                  <a:gsLst>
                    <a:gs pos="50000">
                      <a:srgbClr val="899DF5"/>
                    </a:gs>
                    <a:gs pos="0">
                      <a:schemeClr val="accent2"/>
                    </a:gs>
                    <a:gs pos="100000">
                      <a:srgbClr val="9FFDE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50</a:t>
            </a:r>
            <a:r>
              <a:rPr lang="en-US" sz="4400" b="1" dirty="0">
                <a:gradFill flip="none" rotWithShape="1">
                  <a:gsLst>
                    <a:gs pos="50000">
                      <a:srgbClr val="899DF5"/>
                    </a:gs>
                    <a:gs pos="0">
                      <a:schemeClr val="accent2"/>
                    </a:gs>
                    <a:gs pos="100000">
                      <a:srgbClr val="9FFDE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%</a:t>
            </a:r>
            <a:endParaRPr lang="en-US" sz="6600" dirty="0">
              <a:gradFill flip="none" rotWithShape="1">
                <a:gsLst>
                  <a:gs pos="50000">
                    <a:srgbClr val="899DF5"/>
                  </a:gs>
                  <a:gs pos="0">
                    <a:schemeClr val="accent2"/>
                  </a:gs>
                  <a:gs pos="100000">
                    <a:srgbClr val="9FFDEA"/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Amazon Ember Mono" panose="020B0509020204020204" pitchFamily="49" charset="0"/>
              <a:ea typeface="Amazon Ember Mono" panose="020B0509020204020204" pitchFamily="49" charset="0"/>
              <a:cs typeface="Amazon Ember Mono" panose="020B0509020204020204" pitchFamily="49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10BEFE8-4855-DC72-141C-2F0F0132E8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1124449"/>
              </p:ext>
            </p:extLst>
          </p:nvPr>
        </p:nvGraphicFramePr>
        <p:xfrm>
          <a:off x="4462336" y="2641533"/>
          <a:ext cx="2937640" cy="2712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4C4C8B3-E9D8-CE00-CD26-70DFC10715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5572552"/>
              </p:ext>
            </p:extLst>
          </p:nvPr>
        </p:nvGraphicFramePr>
        <p:xfrm>
          <a:off x="4351612" y="2641533"/>
          <a:ext cx="2937640" cy="2712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37C96AD-EDEC-0224-5AD5-40734D1C11F7}"/>
              </a:ext>
            </a:extLst>
          </p:cNvPr>
          <p:cNvSpPr txBox="1"/>
          <p:nvPr/>
        </p:nvSpPr>
        <p:spPr>
          <a:xfrm>
            <a:off x="4812270" y="3481168"/>
            <a:ext cx="2245488" cy="110799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en-US" sz="6600" b="1" dirty="0">
                <a:gradFill flip="none" rotWithShape="1">
                  <a:gsLst>
                    <a:gs pos="50000">
                      <a:srgbClr val="899DF5"/>
                    </a:gs>
                    <a:gs pos="0">
                      <a:schemeClr val="accent2"/>
                    </a:gs>
                    <a:gs pos="100000">
                      <a:srgbClr val="9FFDE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40</a:t>
            </a:r>
            <a:r>
              <a:rPr lang="en-US" sz="4400" b="1" dirty="0">
                <a:gradFill flip="none" rotWithShape="1">
                  <a:gsLst>
                    <a:gs pos="50000">
                      <a:srgbClr val="899DF5"/>
                    </a:gs>
                    <a:gs pos="0">
                      <a:schemeClr val="accent2"/>
                    </a:gs>
                    <a:gs pos="100000">
                      <a:srgbClr val="9FFDE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%</a:t>
            </a:r>
            <a:endParaRPr lang="en-US" sz="6600" dirty="0">
              <a:gradFill flip="none" rotWithShape="1">
                <a:gsLst>
                  <a:gs pos="50000">
                    <a:srgbClr val="899DF5"/>
                  </a:gs>
                  <a:gs pos="0">
                    <a:schemeClr val="accent2"/>
                  </a:gs>
                  <a:gs pos="100000">
                    <a:srgbClr val="9FFDEA"/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Amazon Ember Mono" panose="020B0509020204020204" pitchFamily="49" charset="0"/>
              <a:ea typeface="Amazon Ember Mono" panose="020B0509020204020204" pitchFamily="49" charset="0"/>
              <a:cs typeface="Amazon Ember Mono" panose="020B05090202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69F778-1D72-4441-B3DC-6F58162FD100}"/>
              </a:ext>
            </a:extLst>
          </p:cNvPr>
          <p:cNvSpPr txBox="1"/>
          <p:nvPr/>
        </p:nvSpPr>
        <p:spPr>
          <a:xfrm>
            <a:off x="4432387" y="5449519"/>
            <a:ext cx="2997538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Improvements in cycle times, with improved quality, with AI agents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F547D8-F3BF-7087-A7A9-3B6BA6E09494}"/>
              </a:ext>
            </a:extLst>
          </p:cNvPr>
          <p:cNvCxnSpPr>
            <a:cxnSpLocks/>
          </p:cNvCxnSpPr>
          <p:nvPr/>
        </p:nvCxnSpPr>
        <p:spPr>
          <a:xfrm flipV="1">
            <a:off x="3891118" y="2137543"/>
            <a:ext cx="0" cy="4235306"/>
          </a:xfrm>
          <a:prstGeom prst="line">
            <a:avLst/>
          </a:prstGeom>
          <a:noFill/>
          <a:ln w="19050" cap="rnd" cmpd="sng" algn="ctr">
            <a:gradFill flip="none" rotWithShape="1">
              <a:gsLst>
                <a:gs pos="0">
                  <a:schemeClr val="tx2">
                    <a:alpha val="0"/>
                  </a:schemeClr>
                </a:gs>
                <a:gs pos="5000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0"/>
              <a:tileRect/>
            </a:gradFill>
            <a:prstDash val="solid"/>
            <a:miter lim="800000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091633-8873-AC29-258D-2993CDF26E92}"/>
              </a:ext>
            </a:extLst>
          </p:cNvPr>
          <p:cNvCxnSpPr>
            <a:cxnSpLocks/>
          </p:cNvCxnSpPr>
          <p:nvPr/>
        </p:nvCxnSpPr>
        <p:spPr>
          <a:xfrm flipV="1">
            <a:off x="7971194" y="2137543"/>
            <a:ext cx="0" cy="4235306"/>
          </a:xfrm>
          <a:prstGeom prst="line">
            <a:avLst/>
          </a:prstGeom>
          <a:noFill/>
          <a:ln w="19050" cap="rnd" cmpd="sng" algn="ctr">
            <a:gradFill flip="none" rotWithShape="1">
              <a:gsLst>
                <a:gs pos="0">
                  <a:schemeClr val="tx2">
                    <a:alpha val="0"/>
                  </a:schemeClr>
                </a:gs>
                <a:gs pos="5000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0"/>
              <a:tileRect/>
            </a:gradFill>
            <a:prstDash val="solid"/>
            <a:miter lim="800000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1C1C9C8-C626-5576-EB3D-D6B6B7BC803A}"/>
              </a:ext>
            </a:extLst>
          </p:cNvPr>
          <p:cNvSpPr txBox="1"/>
          <p:nvPr/>
        </p:nvSpPr>
        <p:spPr>
          <a:xfrm>
            <a:off x="474858" y="5449519"/>
            <a:ext cx="2752444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Organizations will use agents to achieve business value from AI by 2025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A59773CA-29E5-A24F-F279-2C256CEAA2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7398985"/>
              </p:ext>
            </p:extLst>
          </p:nvPr>
        </p:nvGraphicFramePr>
        <p:xfrm>
          <a:off x="432512" y="2623718"/>
          <a:ext cx="2937640" cy="2712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FF2AB722-75B8-0E82-E4F3-DCEC38E7F5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4597042"/>
              </p:ext>
            </p:extLst>
          </p:nvPr>
        </p:nvGraphicFramePr>
        <p:xfrm>
          <a:off x="8542411" y="2641533"/>
          <a:ext cx="2937640" cy="2712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1460D6BE-CDC2-344E-A2E3-68B8962042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7140578"/>
              </p:ext>
            </p:extLst>
          </p:nvPr>
        </p:nvGraphicFramePr>
        <p:xfrm>
          <a:off x="8431687" y="2641533"/>
          <a:ext cx="2937640" cy="2712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9436C6BC-5170-FE74-CC78-83E0B7561EC6}"/>
              </a:ext>
            </a:extLst>
          </p:cNvPr>
          <p:cNvSpPr txBox="1"/>
          <p:nvPr/>
        </p:nvSpPr>
        <p:spPr>
          <a:xfrm>
            <a:off x="8892345" y="3481168"/>
            <a:ext cx="2245488" cy="110799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en-US" sz="6600" b="1" dirty="0">
                <a:gradFill flip="none" rotWithShape="1">
                  <a:gsLst>
                    <a:gs pos="50000">
                      <a:srgbClr val="899DF5"/>
                    </a:gs>
                    <a:gs pos="0">
                      <a:schemeClr val="accent2"/>
                    </a:gs>
                    <a:gs pos="100000">
                      <a:srgbClr val="9FFDE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33</a:t>
            </a:r>
            <a:r>
              <a:rPr lang="en-US" sz="4400" b="1" dirty="0">
                <a:gradFill flip="none" rotWithShape="1">
                  <a:gsLst>
                    <a:gs pos="50000">
                      <a:srgbClr val="899DF5"/>
                    </a:gs>
                    <a:gs pos="0">
                      <a:schemeClr val="accent2"/>
                    </a:gs>
                    <a:gs pos="100000">
                      <a:srgbClr val="9FFDE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rPr>
              <a:t>%</a:t>
            </a:r>
            <a:endParaRPr lang="en-US" sz="6600" dirty="0">
              <a:gradFill flip="none" rotWithShape="1">
                <a:gsLst>
                  <a:gs pos="50000">
                    <a:srgbClr val="899DF5"/>
                  </a:gs>
                  <a:gs pos="0">
                    <a:schemeClr val="accent2"/>
                  </a:gs>
                  <a:gs pos="100000">
                    <a:srgbClr val="9FFDEA"/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Amazon Ember Mono" panose="020B0509020204020204" pitchFamily="49" charset="0"/>
              <a:ea typeface="Amazon Ember Mono" panose="020B0509020204020204" pitchFamily="49" charset="0"/>
              <a:cs typeface="Amazon Ember Mono" panose="020B050902020402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AC1BDF-04A6-D593-A767-B908108EA948}"/>
              </a:ext>
            </a:extLst>
          </p:cNvPr>
          <p:cNvSpPr txBox="1"/>
          <p:nvPr/>
        </p:nvSpPr>
        <p:spPr>
          <a:xfrm>
            <a:off x="8512462" y="5449519"/>
            <a:ext cx="2997538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en-US" sz="16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Of enterprise software applications will include agentic AI by 2028</a:t>
            </a:r>
          </a:p>
        </p:txBody>
      </p:sp>
    </p:spTree>
    <p:extLst>
      <p:ext uri="{BB962C8B-B14F-4D97-AF65-F5344CB8AC3E}">
        <p14:creationId xmlns:p14="http://schemas.microsoft.com/office/powerpoint/2010/main" val="61895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1B930-4458-D2E3-425E-74FC13CB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89B9609-11E9-7710-9E0E-214856CE8ADB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IE" sz="4000" dirty="0"/>
              <a:t>Using Agents in financial markets </a:t>
            </a:r>
            <a:endParaRPr lang="en-US" sz="4000" dirty="0"/>
          </a:p>
        </p:txBody>
      </p:sp>
      <p:pic>
        <p:nvPicPr>
          <p:cNvPr id="11" name="Google Shape;143;p33">
            <a:extLst>
              <a:ext uri="{FF2B5EF4-FFF2-40B4-BE49-F238E27FC236}">
                <a16:creationId xmlns:a16="http://schemas.microsoft.com/office/drawing/2014/main" id="{FB06E6D0-D70B-EE70-12EC-227177857F4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62" y="1591620"/>
            <a:ext cx="6265332" cy="367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44;p33">
            <a:extLst>
              <a:ext uri="{FF2B5EF4-FFF2-40B4-BE49-F238E27FC236}">
                <a16:creationId xmlns:a16="http://schemas.microsoft.com/office/drawing/2014/main" id="{4265822C-7CD9-7CC1-0FD5-92947C9BAF0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3906" y="2872582"/>
            <a:ext cx="6265332" cy="3674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286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0DEF9914-6543-3008-83E7-5DDAA2020876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ru" sz="4000" dirty="0"/>
              <a:t>The AI Market Analysis Challenge</a:t>
            </a:r>
            <a:endParaRPr lang="en-US" sz="4000" dirty="0"/>
          </a:p>
        </p:txBody>
      </p:sp>
      <p:grpSp>
        <p:nvGrpSpPr>
          <p:cNvPr id="5" name="Graphic 5195">
            <a:extLst>
              <a:ext uri="{FF2B5EF4-FFF2-40B4-BE49-F238E27FC236}">
                <a16:creationId xmlns:a16="http://schemas.microsoft.com/office/drawing/2014/main" id="{2A328945-C344-2CFB-B1A4-D0D7B84BC2DC}"/>
              </a:ext>
            </a:extLst>
          </p:cNvPr>
          <p:cNvGrpSpPr/>
          <p:nvPr/>
        </p:nvGrpSpPr>
        <p:grpSpPr>
          <a:xfrm>
            <a:off x="1163083" y="3429000"/>
            <a:ext cx="1206970" cy="1206970"/>
            <a:chOff x="2177876" y="9334500"/>
            <a:chExt cx="1905000" cy="190500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335F183-613A-9C4C-9EFC-1CA29264F47B}"/>
                </a:ext>
              </a:extLst>
            </p:cNvPr>
            <p:cNvSpPr/>
            <p:nvPr/>
          </p:nvSpPr>
          <p:spPr>
            <a:xfrm>
              <a:off x="2514013" y="10120407"/>
              <a:ext cx="193167" cy="9525"/>
            </a:xfrm>
            <a:custGeom>
              <a:avLst/>
              <a:gdLst>
                <a:gd name="connsiteX0" fmla="*/ 193167 w 193167"/>
                <a:gd name="connsiteY0" fmla="*/ 0 h 9525"/>
                <a:gd name="connsiteX1" fmla="*/ 0 w 19316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167" h="9525">
                  <a:moveTo>
                    <a:pt x="193167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CBAB4FC-B06C-2D13-FBE5-C3C2FFC01958}"/>
                </a:ext>
              </a:extLst>
            </p:cNvPr>
            <p:cNvSpPr/>
            <p:nvPr/>
          </p:nvSpPr>
          <p:spPr>
            <a:xfrm>
              <a:off x="2766902" y="10120407"/>
              <a:ext cx="193071" cy="9525"/>
            </a:xfrm>
            <a:custGeom>
              <a:avLst/>
              <a:gdLst>
                <a:gd name="connsiteX0" fmla="*/ 193072 w 193071"/>
                <a:gd name="connsiteY0" fmla="*/ 0 h 9525"/>
                <a:gd name="connsiteX1" fmla="*/ 0 w 19307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071" h="9525">
                  <a:moveTo>
                    <a:pt x="193072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34E6BC-9315-26C0-D66D-30ACCA96EF2A}"/>
                </a:ext>
              </a:extLst>
            </p:cNvPr>
            <p:cNvSpPr/>
            <p:nvPr/>
          </p:nvSpPr>
          <p:spPr>
            <a:xfrm>
              <a:off x="3019695" y="10120407"/>
              <a:ext cx="193071" cy="9525"/>
            </a:xfrm>
            <a:custGeom>
              <a:avLst/>
              <a:gdLst>
                <a:gd name="connsiteX0" fmla="*/ 193072 w 193071"/>
                <a:gd name="connsiteY0" fmla="*/ 0 h 9525"/>
                <a:gd name="connsiteX1" fmla="*/ 0 w 19307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071" h="9525">
                  <a:moveTo>
                    <a:pt x="193072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B5EBCD6-467F-7590-9915-C778275CB9DD}"/>
                </a:ext>
              </a:extLst>
            </p:cNvPr>
            <p:cNvSpPr/>
            <p:nvPr/>
          </p:nvSpPr>
          <p:spPr>
            <a:xfrm>
              <a:off x="3272489" y="10120407"/>
              <a:ext cx="193166" cy="9525"/>
            </a:xfrm>
            <a:custGeom>
              <a:avLst/>
              <a:gdLst>
                <a:gd name="connsiteX0" fmla="*/ 193167 w 193166"/>
                <a:gd name="connsiteY0" fmla="*/ 0 h 9525"/>
                <a:gd name="connsiteX1" fmla="*/ 0 w 19316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166" h="9525">
                  <a:moveTo>
                    <a:pt x="193167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0" name="Graphic 5195">
              <a:extLst>
                <a:ext uri="{FF2B5EF4-FFF2-40B4-BE49-F238E27FC236}">
                  <a16:creationId xmlns:a16="http://schemas.microsoft.com/office/drawing/2014/main" id="{89CF7AD1-08B9-B09E-D7AA-06CA2AC5674E}"/>
                </a:ext>
              </a:extLst>
            </p:cNvPr>
            <p:cNvGrpSpPr/>
            <p:nvPr/>
          </p:nvGrpSpPr>
          <p:grpSpPr>
            <a:xfrm>
              <a:off x="2377901" y="9630537"/>
              <a:ext cx="1223581" cy="214883"/>
              <a:chOff x="2377901" y="9630537"/>
              <a:chExt cx="1223581" cy="214883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97A5376-7400-77AF-00EF-EB945B517CFC}"/>
                  </a:ext>
                </a:extLst>
              </p:cNvPr>
              <p:cNvSpPr/>
              <p:nvPr/>
            </p:nvSpPr>
            <p:spPr>
              <a:xfrm>
                <a:off x="3200480" y="9708642"/>
                <a:ext cx="269176" cy="95"/>
              </a:xfrm>
              <a:custGeom>
                <a:avLst/>
                <a:gdLst>
                  <a:gd name="connsiteX0" fmla="*/ 269176 w 269176"/>
                  <a:gd name="connsiteY0" fmla="*/ 0 h 95"/>
                  <a:gd name="connsiteX1" fmla="*/ 0 w 269176"/>
                  <a:gd name="connsiteY1" fmla="*/ 95 h 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69176" h="95">
                    <a:moveTo>
                      <a:pt x="269176" y="0"/>
                    </a:moveTo>
                    <a:lnTo>
                      <a:pt x="0" y="95"/>
                    </a:lnTo>
                  </a:path>
                </a:pathLst>
              </a:custGeom>
              <a:ln w="19050" cap="flat">
                <a:solidFill>
                  <a:srgbClr val="F1F2F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BCB8477-077E-BF9F-5F0B-F732620231C8}"/>
                  </a:ext>
                </a:extLst>
              </p:cNvPr>
              <p:cNvSpPr/>
              <p:nvPr/>
            </p:nvSpPr>
            <p:spPr>
              <a:xfrm>
                <a:off x="2866343" y="9708737"/>
                <a:ext cx="269843" cy="190"/>
              </a:xfrm>
              <a:custGeom>
                <a:avLst/>
                <a:gdLst>
                  <a:gd name="connsiteX0" fmla="*/ 269843 w 269843"/>
                  <a:gd name="connsiteY0" fmla="*/ 0 h 190"/>
                  <a:gd name="connsiteX1" fmla="*/ 0 w 269843"/>
                  <a:gd name="connsiteY1" fmla="*/ 191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69843" h="190">
                    <a:moveTo>
                      <a:pt x="269843" y="0"/>
                    </a:moveTo>
                    <a:lnTo>
                      <a:pt x="0" y="191"/>
                    </a:lnTo>
                  </a:path>
                </a:pathLst>
              </a:custGeom>
              <a:ln w="19050" cap="flat">
                <a:solidFill>
                  <a:srgbClr val="F1F2F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273CFDF-1E5B-8AA2-C531-7AEC46BEE31D}"/>
                  </a:ext>
                </a:extLst>
              </p:cNvPr>
              <p:cNvSpPr/>
              <p:nvPr/>
            </p:nvSpPr>
            <p:spPr>
              <a:xfrm>
                <a:off x="2377901" y="9708641"/>
                <a:ext cx="1223581" cy="136779"/>
              </a:xfrm>
              <a:custGeom>
                <a:avLst/>
                <a:gdLst>
                  <a:gd name="connsiteX0" fmla="*/ 1155954 w 1223581"/>
                  <a:gd name="connsiteY0" fmla="*/ 0 h 136779"/>
                  <a:gd name="connsiteX1" fmla="*/ 1197769 w 1223581"/>
                  <a:gd name="connsiteY1" fmla="*/ 0 h 136779"/>
                  <a:gd name="connsiteX2" fmla="*/ 1223581 w 1223581"/>
                  <a:gd name="connsiteY2" fmla="*/ 25622 h 136779"/>
                  <a:gd name="connsiteX3" fmla="*/ 1223581 w 1223581"/>
                  <a:gd name="connsiteY3" fmla="*/ 25718 h 136779"/>
                  <a:gd name="connsiteX4" fmla="*/ 1223582 w 1223581"/>
                  <a:gd name="connsiteY4" fmla="*/ 136208 h 136779"/>
                  <a:gd name="connsiteX5" fmla="*/ 0 w 1223581"/>
                  <a:gd name="connsiteY5" fmla="*/ 136779 h 136779"/>
                  <a:gd name="connsiteX6" fmla="*/ 0 w 1223581"/>
                  <a:gd name="connsiteY6" fmla="*/ 25908 h 136779"/>
                  <a:gd name="connsiteX7" fmla="*/ 25718 w 1223581"/>
                  <a:gd name="connsiteY7" fmla="*/ 191 h 136779"/>
                  <a:gd name="connsiteX8" fmla="*/ 91345 w 1223581"/>
                  <a:gd name="connsiteY8" fmla="*/ 191 h 136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3581" h="136779">
                    <a:moveTo>
                      <a:pt x="1155954" y="0"/>
                    </a:moveTo>
                    <a:lnTo>
                      <a:pt x="1197769" y="0"/>
                    </a:lnTo>
                    <a:cubicBezTo>
                      <a:pt x="1211972" y="-52"/>
                      <a:pt x="1223529" y="11419"/>
                      <a:pt x="1223581" y="25622"/>
                    </a:cubicBezTo>
                    <a:cubicBezTo>
                      <a:pt x="1223581" y="25654"/>
                      <a:pt x="1223581" y="25686"/>
                      <a:pt x="1223581" y="25718"/>
                    </a:cubicBezTo>
                    <a:lnTo>
                      <a:pt x="1223582" y="136208"/>
                    </a:lnTo>
                    <a:lnTo>
                      <a:pt x="0" y="136779"/>
                    </a:lnTo>
                    <a:lnTo>
                      <a:pt x="0" y="25908"/>
                    </a:lnTo>
                    <a:cubicBezTo>
                      <a:pt x="0" y="11705"/>
                      <a:pt x="11514" y="191"/>
                      <a:pt x="25718" y="191"/>
                    </a:cubicBezTo>
                    <a:lnTo>
                      <a:pt x="91345" y="191"/>
                    </a:lnTo>
                  </a:path>
                </a:pathLst>
              </a:custGeom>
              <a:noFill/>
              <a:ln w="19050" cap="flat">
                <a:solidFill>
                  <a:srgbClr val="F1F2F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B91F214-DC64-1181-5F35-12A96E01AA15}"/>
                  </a:ext>
                </a:extLst>
              </p:cNvPr>
              <p:cNvSpPr/>
              <p:nvPr/>
            </p:nvSpPr>
            <p:spPr>
              <a:xfrm>
                <a:off x="2532968" y="9709023"/>
                <a:ext cx="269747" cy="95"/>
              </a:xfrm>
              <a:custGeom>
                <a:avLst/>
                <a:gdLst>
                  <a:gd name="connsiteX0" fmla="*/ 269748 w 269747"/>
                  <a:gd name="connsiteY0" fmla="*/ 0 h 95"/>
                  <a:gd name="connsiteX1" fmla="*/ 0 w 269747"/>
                  <a:gd name="connsiteY1" fmla="*/ 95 h 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69747" h="95">
                    <a:moveTo>
                      <a:pt x="269748" y="0"/>
                    </a:moveTo>
                    <a:lnTo>
                      <a:pt x="0" y="95"/>
                    </a:lnTo>
                  </a:path>
                </a:pathLst>
              </a:custGeom>
              <a:ln w="19050" cap="flat">
                <a:solidFill>
                  <a:srgbClr val="F1F2F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BCA37BD-7470-5961-3CCF-D8227DC3C974}"/>
                  </a:ext>
                </a:extLst>
              </p:cNvPr>
              <p:cNvSpPr/>
              <p:nvPr/>
            </p:nvSpPr>
            <p:spPr>
              <a:xfrm>
                <a:off x="2469150" y="9630537"/>
                <a:ext cx="9525" cy="151638"/>
              </a:xfrm>
              <a:custGeom>
                <a:avLst/>
                <a:gdLst>
                  <a:gd name="connsiteX0" fmla="*/ 0 w 9525"/>
                  <a:gd name="connsiteY0" fmla="*/ 151638 h 151638"/>
                  <a:gd name="connsiteX1" fmla="*/ 0 w 9525"/>
                  <a:gd name="connsiteY1" fmla="*/ 0 h 151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151638">
                    <a:moveTo>
                      <a:pt x="0" y="151638"/>
                    </a:moveTo>
                    <a:lnTo>
                      <a:pt x="0" y="0"/>
                    </a:lnTo>
                  </a:path>
                </a:pathLst>
              </a:custGeom>
              <a:ln w="19050" cap="flat">
                <a:solidFill>
                  <a:srgbClr val="F1F2F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691F41A-1A29-2944-9BDA-006DEDFCE903}"/>
                  </a:ext>
                </a:extLst>
              </p:cNvPr>
              <p:cNvSpPr/>
              <p:nvPr/>
            </p:nvSpPr>
            <p:spPr>
              <a:xfrm>
                <a:off x="2802620" y="9630537"/>
                <a:ext cx="9525" cy="151638"/>
              </a:xfrm>
              <a:custGeom>
                <a:avLst/>
                <a:gdLst>
                  <a:gd name="connsiteX0" fmla="*/ 0 w 9525"/>
                  <a:gd name="connsiteY0" fmla="*/ 151638 h 151638"/>
                  <a:gd name="connsiteX1" fmla="*/ 0 w 9525"/>
                  <a:gd name="connsiteY1" fmla="*/ 0 h 151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151638">
                    <a:moveTo>
                      <a:pt x="0" y="151638"/>
                    </a:moveTo>
                    <a:lnTo>
                      <a:pt x="0" y="0"/>
                    </a:lnTo>
                  </a:path>
                </a:pathLst>
              </a:custGeom>
              <a:ln w="19050" cap="flat">
                <a:solidFill>
                  <a:srgbClr val="F1F2F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47BFA21-DE89-2B23-1F6E-CECA54D2C394}"/>
                  </a:ext>
                </a:extLst>
              </p:cNvPr>
              <p:cNvSpPr/>
              <p:nvPr/>
            </p:nvSpPr>
            <p:spPr>
              <a:xfrm>
                <a:off x="3469656" y="9630537"/>
                <a:ext cx="9525" cy="151638"/>
              </a:xfrm>
              <a:custGeom>
                <a:avLst/>
                <a:gdLst>
                  <a:gd name="connsiteX0" fmla="*/ 0 w 9525"/>
                  <a:gd name="connsiteY0" fmla="*/ 151638 h 151638"/>
                  <a:gd name="connsiteX1" fmla="*/ 0 w 9525"/>
                  <a:gd name="connsiteY1" fmla="*/ 0 h 151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151638">
                    <a:moveTo>
                      <a:pt x="0" y="151638"/>
                    </a:moveTo>
                    <a:lnTo>
                      <a:pt x="0" y="0"/>
                    </a:lnTo>
                  </a:path>
                </a:pathLst>
              </a:custGeom>
              <a:ln w="19050" cap="flat">
                <a:solidFill>
                  <a:srgbClr val="F1F2F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92E6112-6BA7-FE96-8D12-38B267BBF11C}"/>
                  </a:ext>
                </a:extLst>
              </p:cNvPr>
              <p:cNvSpPr/>
              <p:nvPr/>
            </p:nvSpPr>
            <p:spPr>
              <a:xfrm>
                <a:off x="3136186" y="9630537"/>
                <a:ext cx="9525" cy="151638"/>
              </a:xfrm>
              <a:custGeom>
                <a:avLst/>
                <a:gdLst>
                  <a:gd name="connsiteX0" fmla="*/ 0 w 9525"/>
                  <a:gd name="connsiteY0" fmla="*/ 151638 h 151638"/>
                  <a:gd name="connsiteX1" fmla="*/ 0 w 9525"/>
                  <a:gd name="connsiteY1" fmla="*/ 0 h 151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151638">
                    <a:moveTo>
                      <a:pt x="0" y="151638"/>
                    </a:moveTo>
                    <a:lnTo>
                      <a:pt x="0" y="0"/>
                    </a:lnTo>
                  </a:path>
                </a:pathLst>
              </a:custGeom>
              <a:ln w="19050" cap="flat">
                <a:solidFill>
                  <a:srgbClr val="F1F2F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4545AD0-5987-AE81-2BA4-6E222D16D0A4}"/>
                </a:ext>
              </a:extLst>
            </p:cNvPr>
            <p:cNvSpPr/>
            <p:nvPr/>
          </p:nvSpPr>
          <p:spPr>
            <a:xfrm>
              <a:off x="2514013" y="10246995"/>
              <a:ext cx="193167" cy="9525"/>
            </a:xfrm>
            <a:custGeom>
              <a:avLst/>
              <a:gdLst>
                <a:gd name="connsiteX0" fmla="*/ 193167 w 193167"/>
                <a:gd name="connsiteY0" fmla="*/ 0 h 9525"/>
                <a:gd name="connsiteX1" fmla="*/ 0 w 19316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167" h="9525">
                  <a:moveTo>
                    <a:pt x="193167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76E5EDA-180B-2CD9-A428-79707F7C56E1}"/>
                </a:ext>
              </a:extLst>
            </p:cNvPr>
            <p:cNvSpPr/>
            <p:nvPr/>
          </p:nvSpPr>
          <p:spPr>
            <a:xfrm>
              <a:off x="2766902" y="10246995"/>
              <a:ext cx="193071" cy="9525"/>
            </a:xfrm>
            <a:custGeom>
              <a:avLst/>
              <a:gdLst>
                <a:gd name="connsiteX0" fmla="*/ 193072 w 193071"/>
                <a:gd name="connsiteY0" fmla="*/ 0 h 9525"/>
                <a:gd name="connsiteX1" fmla="*/ 0 w 19307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071" h="9525">
                  <a:moveTo>
                    <a:pt x="193072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1AF8D41-8878-FF8A-7BAF-C3314A4856AB}"/>
                </a:ext>
              </a:extLst>
            </p:cNvPr>
            <p:cNvSpPr/>
            <p:nvPr/>
          </p:nvSpPr>
          <p:spPr>
            <a:xfrm>
              <a:off x="3019695" y="10246995"/>
              <a:ext cx="169354" cy="9525"/>
            </a:xfrm>
            <a:custGeom>
              <a:avLst/>
              <a:gdLst>
                <a:gd name="connsiteX0" fmla="*/ 169355 w 169354"/>
                <a:gd name="connsiteY0" fmla="*/ 0 h 9525"/>
                <a:gd name="connsiteX1" fmla="*/ 0 w 1693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9354" h="9525">
                  <a:moveTo>
                    <a:pt x="169355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EC35A51-3E56-3EC0-7640-7AB81A726588}"/>
                </a:ext>
              </a:extLst>
            </p:cNvPr>
            <p:cNvSpPr/>
            <p:nvPr/>
          </p:nvSpPr>
          <p:spPr>
            <a:xfrm>
              <a:off x="2514013" y="10373677"/>
              <a:ext cx="193167" cy="9525"/>
            </a:xfrm>
            <a:custGeom>
              <a:avLst/>
              <a:gdLst>
                <a:gd name="connsiteX0" fmla="*/ 193167 w 193167"/>
                <a:gd name="connsiteY0" fmla="*/ 0 h 9525"/>
                <a:gd name="connsiteX1" fmla="*/ 0 w 19316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167" h="9525">
                  <a:moveTo>
                    <a:pt x="193167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EEB4ED7-E678-FDAE-7AB3-8CFA5F93CC37}"/>
                </a:ext>
              </a:extLst>
            </p:cNvPr>
            <p:cNvSpPr/>
            <p:nvPr/>
          </p:nvSpPr>
          <p:spPr>
            <a:xfrm>
              <a:off x="2766902" y="10373677"/>
              <a:ext cx="193071" cy="9525"/>
            </a:xfrm>
            <a:custGeom>
              <a:avLst/>
              <a:gdLst>
                <a:gd name="connsiteX0" fmla="*/ 193072 w 193071"/>
                <a:gd name="connsiteY0" fmla="*/ 0 h 9525"/>
                <a:gd name="connsiteX1" fmla="*/ 0 w 19307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071" h="9525">
                  <a:moveTo>
                    <a:pt x="193072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C58D209-9F5B-7941-8121-95EDC56E9C2B}"/>
                </a:ext>
              </a:extLst>
            </p:cNvPr>
            <p:cNvSpPr/>
            <p:nvPr/>
          </p:nvSpPr>
          <p:spPr>
            <a:xfrm>
              <a:off x="3019695" y="10373677"/>
              <a:ext cx="86296" cy="9525"/>
            </a:xfrm>
            <a:custGeom>
              <a:avLst/>
              <a:gdLst>
                <a:gd name="connsiteX0" fmla="*/ 86297 w 86296"/>
                <a:gd name="connsiteY0" fmla="*/ 0 h 9525"/>
                <a:gd name="connsiteX1" fmla="*/ 0 w 8629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6296" h="9525">
                  <a:moveTo>
                    <a:pt x="86297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25E04B9-B3F2-D63F-A6E5-365576D44DDD}"/>
                </a:ext>
              </a:extLst>
            </p:cNvPr>
            <p:cNvSpPr/>
            <p:nvPr/>
          </p:nvSpPr>
          <p:spPr>
            <a:xfrm>
              <a:off x="2514013" y="10500360"/>
              <a:ext cx="193167" cy="9525"/>
            </a:xfrm>
            <a:custGeom>
              <a:avLst/>
              <a:gdLst>
                <a:gd name="connsiteX0" fmla="*/ 193167 w 193167"/>
                <a:gd name="connsiteY0" fmla="*/ 0 h 9525"/>
                <a:gd name="connsiteX1" fmla="*/ 0 w 19316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167" h="9525">
                  <a:moveTo>
                    <a:pt x="193167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24F08C-FD65-D30F-EFED-BDCC3A4A0B17}"/>
                </a:ext>
              </a:extLst>
            </p:cNvPr>
            <p:cNvSpPr/>
            <p:nvPr/>
          </p:nvSpPr>
          <p:spPr>
            <a:xfrm>
              <a:off x="2766902" y="10500360"/>
              <a:ext cx="193071" cy="9525"/>
            </a:xfrm>
            <a:custGeom>
              <a:avLst/>
              <a:gdLst>
                <a:gd name="connsiteX0" fmla="*/ 193072 w 193071"/>
                <a:gd name="connsiteY0" fmla="*/ 0 h 9525"/>
                <a:gd name="connsiteX1" fmla="*/ 0 w 19307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071" h="9525">
                  <a:moveTo>
                    <a:pt x="193072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7C77E90-744D-7A2A-77AF-01BE2015B8BB}"/>
                </a:ext>
              </a:extLst>
            </p:cNvPr>
            <p:cNvSpPr/>
            <p:nvPr/>
          </p:nvSpPr>
          <p:spPr>
            <a:xfrm>
              <a:off x="3019695" y="10500360"/>
              <a:ext cx="42767" cy="9525"/>
            </a:xfrm>
            <a:custGeom>
              <a:avLst/>
              <a:gdLst>
                <a:gd name="connsiteX0" fmla="*/ 42767 w 42767"/>
                <a:gd name="connsiteY0" fmla="*/ 0 h 9525"/>
                <a:gd name="connsiteX1" fmla="*/ 0 w 4276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67" h="9525">
                  <a:moveTo>
                    <a:pt x="42767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FAF7800-37BE-C39A-D766-1B8060409C41}"/>
                </a:ext>
              </a:extLst>
            </p:cNvPr>
            <p:cNvSpPr/>
            <p:nvPr/>
          </p:nvSpPr>
          <p:spPr>
            <a:xfrm>
              <a:off x="2378186" y="9973627"/>
              <a:ext cx="664940" cy="688467"/>
            </a:xfrm>
            <a:custGeom>
              <a:avLst/>
              <a:gdLst>
                <a:gd name="connsiteX0" fmla="*/ 664940 w 664940"/>
                <a:gd name="connsiteY0" fmla="*/ 688467 h 688467"/>
                <a:gd name="connsiteX1" fmla="*/ 25718 w 664940"/>
                <a:gd name="connsiteY1" fmla="*/ 688467 h 688467"/>
                <a:gd name="connsiteX2" fmla="*/ 0 w 664940"/>
                <a:gd name="connsiteY2" fmla="*/ 662750 h 688467"/>
                <a:gd name="connsiteX3" fmla="*/ 0 w 664940"/>
                <a:gd name="connsiteY3" fmla="*/ 25718 h 688467"/>
                <a:gd name="connsiteX4" fmla="*/ 25718 w 664940"/>
                <a:gd name="connsiteY4" fmla="*/ 0 h 688467"/>
                <a:gd name="connsiteX5" fmla="*/ 92393 w 664940"/>
                <a:gd name="connsiteY5" fmla="*/ 0 h 68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940" h="688467">
                  <a:moveTo>
                    <a:pt x="664940" y="688467"/>
                  </a:moveTo>
                  <a:lnTo>
                    <a:pt x="25718" y="688467"/>
                  </a:lnTo>
                  <a:cubicBezTo>
                    <a:pt x="11514" y="688467"/>
                    <a:pt x="0" y="676953"/>
                    <a:pt x="0" y="662750"/>
                  </a:cubicBezTo>
                  <a:lnTo>
                    <a:pt x="0" y="25718"/>
                  </a:lnTo>
                  <a:cubicBezTo>
                    <a:pt x="0" y="11514"/>
                    <a:pt x="11514" y="0"/>
                    <a:pt x="25718" y="0"/>
                  </a:cubicBezTo>
                  <a:lnTo>
                    <a:pt x="92393" y="0"/>
                  </a:lnTo>
                </a:path>
              </a:pathLst>
            </a:custGeom>
            <a:noFill/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1EF25A-BB00-0C35-CC62-90C41401FE25}"/>
                </a:ext>
              </a:extLst>
            </p:cNvPr>
            <p:cNvSpPr/>
            <p:nvPr/>
          </p:nvSpPr>
          <p:spPr>
            <a:xfrm>
              <a:off x="3601482" y="9844754"/>
              <a:ext cx="190" cy="277368"/>
            </a:xfrm>
            <a:custGeom>
              <a:avLst/>
              <a:gdLst>
                <a:gd name="connsiteX0" fmla="*/ 0 w 190"/>
                <a:gd name="connsiteY0" fmla="*/ 0 h 277368"/>
                <a:gd name="connsiteX1" fmla="*/ 190 w 190"/>
                <a:gd name="connsiteY1" fmla="*/ 277368 h 277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" h="277368">
                  <a:moveTo>
                    <a:pt x="0" y="0"/>
                  </a:moveTo>
                  <a:lnTo>
                    <a:pt x="190" y="277368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54AD458-F317-0D7D-230C-A47FCCC00BC8}"/>
                </a:ext>
              </a:extLst>
            </p:cNvPr>
            <p:cNvSpPr/>
            <p:nvPr/>
          </p:nvSpPr>
          <p:spPr>
            <a:xfrm>
              <a:off x="3193907" y="10595229"/>
              <a:ext cx="88392" cy="9525"/>
            </a:xfrm>
            <a:custGeom>
              <a:avLst/>
              <a:gdLst>
                <a:gd name="connsiteX0" fmla="*/ 88392 w 88392"/>
                <a:gd name="connsiteY0" fmla="*/ 0 h 9525"/>
                <a:gd name="connsiteX1" fmla="*/ 0 w 8839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392" h="9525">
                  <a:moveTo>
                    <a:pt x="88392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1F92AC6-9A72-8F2C-58EE-5CA73E7E6A87}"/>
                </a:ext>
              </a:extLst>
            </p:cNvPr>
            <p:cNvSpPr/>
            <p:nvPr/>
          </p:nvSpPr>
          <p:spPr>
            <a:xfrm>
              <a:off x="3462227" y="10246994"/>
              <a:ext cx="145065" cy="7620"/>
            </a:xfrm>
            <a:custGeom>
              <a:avLst/>
              <a:gdLst>
                <a:gd name="connsiteX0" fmla="*/ 145066 w 145065"/>
                <a:gd name="connsiteY0" fmla="*/ 7621 h 7620"/>
                <a:gd name="connsiteX1" fmla="*/ 0 w 145065"/>
                <a:gd name="connsiteY1" fmla="*/ 7621 h 7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065" h="7620">
                  <a:moveTo>
                    <a:pt x="145066" y="7621"/>
                  </a:moveTo>
                  <a:cubicBezTo>
                    <a:pt x="97244" y="-2540"/>
                    <a:pt x="47822" y="-2540"/>
                    <a:pt x="0" y="7621"/>
                  </a:cubicBez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0C72FEF-8CBF-0477-FE02-EC0A203E80EB}"/>
                </a:ext>
              </a:extLst>
            </p:cNvPr>
            <p:cNvSpPr/>
            <p:nvPr/>
          </p:nvSpPr>
          <p:spPr>
            <a:xfrm>
              <a:off x="3194098" y="10668000"/>
              <a:ext cx="268128" cy="268033"/>
            </a:xfrm>
            <a:custGeom>
              <a:avLst/>
              <a:gdLst>
                <a:gd name="connsiteX0" fmla="*/ 0 w 268128"/>
                <a:gd name="connsiteY0" fmla="*/ 0 h 268033"/>
                <a:gd name="connsiteX1" fmla="*/ 268129 w 268128"/>
                <a:gd name="connsiteY1" fmla="*/ 268034 h 26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8128" h="268033">
                  <a:moveTo>
                    <a:pt x="0" y="0"/>
                  </a:moveTo>
                  <a:cubicBezTo>
                    <a:pt x="28736" y="134382"/>
                    <a:pt x="133736" y="239345"/>
                    <a:pt x="268129" y="268034"/>
                  </a:cubicBez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A4FA254-E423-821E-E8D5-026DB50FBD6E}"/>
                </a:ext>
              </a:extLst>
            </p:cNvPr>
            <p:cNvSpPr/>
            <p:nvPr/>
          </p:nvSpPr>
          <p:spPr>
            <a:xfrm>
              <a:off x="3462226" y="10935843"/>
              <a:ext cx="67246" cy="7524"/>
            </a:xfrm>
            <a:custGeom>
              <a:avLst/>
              <a:gdLst>
                <a:gd name="connsiteX0" fmla="*/ 67246 w 67246"/>
                <a:gd name="connsiteY0" fmla="*/ 7525 h 7524"/>
                <a:gd name="connsiteX1" fmla="*/ 0 w 67246"/>
                <a:gd name="connsiteY1" fmla="*/ 0 h 7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246" h="7524">
                  <a:moveTo>
                    <a:pt x="67246" y="7525"/>
                  </a:moveTo>
                  <a:cubicBezTo>
                    <a:pt x="44639" y="7213"/>
                    <a:pt x="22117" y="4693"/>
                    <a:pt x="0" y="0"/>
                  </a:cubicBez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6F5000D-8247-0059-714C-B3E759CAE32A}"/>
                </a:ext>
              </a:extLst>
            </p:cNvPr>
            <p:cNvSpPr/>
            <p:nvPr/>
          </p:nvSpPr>
          <p:spPr>
            <a:xfrm>
              <a:off x="3529473" y="10935747"/>
              <a:ext cx="77819" cy="7620"/>
            </a:xfrm>
            <a:custGeom>
              <a:avLst/>
              <a:gdLst>
                <a:gd name="connsiteX0" fmla="*/ 0 w 77819"/>
                <a:gd name="connsiteY0" fmla="*/ 7620 h 7620"/>
                <a:gd name="connsiteX1" fmla="*/ 5239 w 77819"/>
                <a:gd name="connsiteY1" fmla="*/ 7620 h 7620"/>
                <a:gd name="connsiteX2" fmla="*/ 77819 w 77819"/>
                <a:gd name="connsiteY2" fmla="*/ 0 h 7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819" h="7620">
                  <a:moveTo>
                    <a:pt x="0" y="7620"/>
                  </a:moveTo>
                  <a:lnTo>
                    <a:pt x="5239" y="7620"/>
                  </a:lnTo>
                  <a:cubicBezTo>
                    <a:pt x="29632" y="7616"/>
                    <a:pt x="53957" y="5062"/>
                    <a:pt x="77819" y="0"/>
                  </a:cubicBez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8D5379-0945-118D-7277-7E81894ABC54}"/>
                </a:ext>
              </a:extLst>
            </p:cNvPr>
            <p:cNvSpPr/>
            <p:nvPr/>
          </p:nvSpPr>
          <p:spPr>
            <a:xfrm>
              <a:off x="3875421" y="10522839"/>
              <a:ext cx="7620" cy="145160"/>
            </a:xfrm>
            <a:custGeom>
              <a:avLst/>
              <a:gdLst>
                <a:gd name="connsiteX0" fmla="*/ 0 w 7620"/>
                <a:gd name="connsiteY0" fmla="*/ 145161 h 145160"/>
                <a:gd name="connsiteX1" fmla="*/ 0 w 7620"/>
                <a:gd name="connsiteY1" fmla="*/ 0 h 14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20" h="145160">
                  <a:moveTo>
                    <a:pt x="0" y="145161"/>
                  </a:moveTo>
                  <a:cubicBezTo>
                    <a:pt x="10160" y="97307"/>
                    <a:pt x="10160" y="47854"/>
                    <a:pt x="0" y="0"/>
                  </a:cubicBez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F0A778-A68D-2BE7-BC55-2375F3C29C34}"/>
                </a:ext>
              </a:extLst>
            </p:cNvPr>
            <p:cNvSpPr/>
            <p:nvPr/>
          </p:nvSpPr>
          <p:spPr>
            <a:xfrm>
              <a:off x="3607292" y="10668000"/>
              <a:ext cx="268128" cy="268033"/>
            </a:xfrm>
            <a:custGeom>
              <a:avLst/>
              <a:gdLst>
                <a:gd name="connsiteX0" fmla="*/ 268129 w 268128"/>
                <a:gd name="connsiteY0" fmla="*/ 0 h 268033"/>
                <a:gd name="connsiteX1" fmla="*/ 0 w 268128"/>
                <a:gd name="connsiteY1" fmla="*/ 268034 h 26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8128" h="268033">
                  <a:moveTo>
                    <a:pt x="268129" y="0"/>
                  </a:moveTo>
                  <a:cubicBezTo>
                    <a:pt x="239392" y="134382"/>
                    <a:pt x="134392" y="239345"/>
                    <a:pt x="0" y="268034"/>
                  </a:cubicBez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57B7551-BB3D-4A44-7900-CB1265004A14}"/>
                </a:ext>
              </a:extLst>
            </p:cNvPr>
            <p:cNvSpPr/>
            <p:nvPr/>
          </p:nvSpPr>
          <p:spPr>
            <a:xfrm>
              <a:off x="3607292" y="10254614"/>
              <a:ext cx="268128" cy="268033"/>
            </a:xfrm>
            <a:custGeom>
              <a:avLst/>
              <a:gdLst>
                <a:gd name="connsiteX0" fmla="*/ 0 w 268128"/>
                <a:gd name="connsiteY0" fmla="*/ 0 h 268033"/>
                <a:gd name="connsiteX1" fmla="*/ 268129 w 268128"/>
                <a:gd name="connsiteY1" fmla="*/ 268034 h 26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8128" h="268033">
                  <a:moveTo>
                    <a:pt x="0" y="0"/>
                  </a:moveTo>
                  <a:cubicBezTo>
                    <a:pt x="134392" y="28689"/>
                    <a:pt x="239392" y="133651"/>
                    <a:pt x="268129" y="268034"/>
                  </a:cubicBez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92B4E7B-C7CD-3FDB-7580-7D28893CDA2C}"/>
                </a:ext>
              </a:extLst>
            </p:cNvPr>
            <p:cNvSpPr/>
            <p:nvPr/>
          </p:nvSpPr>
          <p:spPr>
            <a:xfrm>
              <a:off x="3194098" y="10254614"/>
              <a:ext cx="268128" cy="268033"/>
            </a:xfrm>
            <a:custGeom>
              <a:avLst/>
              <a:gdLst>
                <a:gd name="connsiteX0" fmla="*/ 0 w 268128"/>
                <a:gd name="connsiteY0" fmla="*/ 268034 h 268033"/>
                <a:gd name="connsiteX1" fmla="*/ 268129 w 268128"/>
                <a:gd name="connsiteY1" fmla="*/ 0 h 26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8128" h="268033">
                  <a:moveTo>
                    <a:pt x="0" y="268034"/>
                  </a:moveTo>
                  <a:cubicBezTo>
                    <a:pt x="28736" y="133651"/>
                    <a:pt x="133736" y="28689"/>
                    <a:pt x="268129" y="0"/>
                  </a:cubicBez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2962AEC-1D87-DD8C-3AF7-D810E329430C}"/>
                </a:ext>
              </a:extLst>
            </p:cNvPr>
            <p:cNvSpPr/>
            <p:nvPr/>
          </p:nvSpPr>
          <p:spPr>
            <a:xfrm>
              <a:off x="3186478" y="10522648"/>
              <a:ext cx="7620" cy="145160"/>
            </a:xfrm>
            <a:custGeom>
              <a:avLst/>
              <a:gdLst>
                <a:gd name="connsiteX0" fmla="*/ 7620 w 7620"/>
                <a:gd name="connsiteY0" fmla="*/ 0 h 145160"/>
                <a:gd name="connsiteX1" fmla="*/ 7620 w 7620"/>
                <a:gd name="connsiteY1" fmla="*/ 145161 h 14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20" h="145160">
                  <a:moveTo>
                    <a:pt x="7620" y="0"/>
                  </a:moveTo>
                  <a:cubicBezTo>
                    <a:pt x="-2540" y="47854"/>
                    <a:pt x="-2540" y="97307"/>
                    <a:pt x="7620" y="145161"/>
                  </a:cubicBez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DC27DE9-5487-4DD0-7CD4-8BFC942AC168}"/>
                </a:ext>
              </a:extLst>
            </p:cNvPr>
            <p:cNvSpPr/>
            <p:nvPr/>
          </p:nvSpPr>
          <p:spPr>
            <a:xfrm>
              <a:off x="3482896" y="10558081"/>
              <a:ext cx="92964" cy="92964"/>
            </a:xfrm>
            <a:custGeom>
              <a:avLst/>
              <a:gdLst>
                <a:gd name="connsiteX0" fmla="*/ 92964 w 92964"/>
                <a:gd name="connsiteY0" fmla="*/ 46577 h 92964"/>
                <a:gd name="connsiteX1" fmla="*/ 46577 w 92964"/>
                <a:gd name="connsiteY1" fmla="*/ 0 h 92964"/>
                <a:gd name="connsiteX2" fmla="*/ 0 w 92964"/>
                <a:gd name="connsiteY2" fmla="*/ 46387 h 92964"/>
                <a:gd name="connsiteX3" fmla="*/ 46387 w 92964"/>
                <a:gd name="connsiteY3" fmla="*/ 92964 h 92964"/>
                <a:gd name="connsiteX4" fmla="*/ 46577 w 92964"/>
                <a:gd name="connsiteY4" fmla="*/ 92964 h 92964"/>
                <a:gd name="connsiteX5" fmla="*/ 92964 w 92964"/>
                <a:gd name="connsiteY5" fmla="*/ 46577 h 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964" h="92964">
                  <a:moveTo>
                    <a:pt x="92964" y="46577"/>
                  </a:moveTo>
                  <a:cubicBezTo>
                    <a:pt x="93017" y="20906"/>
                    <a:pt x="72248" y="53"/>
                    <a:pt x="46577" y="0"/>
                  </a:cubicBezTo>
                  <a:cubicBezTo>
                    <a:pt x="20906" y="-53"/>
                    <a:pt x="53" y="20716"/>
                    <a:pt x="0" y="46387"/>
                  </a:cubicBezTo>
                  <a:cubicBezTo>
                    <a:pt x="-53" y="72058"/>
                    <a:pt x="20716" y="92911"/>
                    <a:pt x="46387" y="92964"/>
                  </a:cubicBezTo>
                  <a:cubicBezTo>
                    <a:pt x="46450" y="92964"/>
                    <a:pt x="46514" y="92964"/>
                    <a:pt x="46577" y="92964"/>
                  </a:cubicBezTo>
                  <a:cubicBezTo>
                    <a:pt x="72196" y="92964"/>
                    <a:pt x="92964" y="72196"/>
                    <a:pt x="92964" y="46577"/>
                  </a:cubicBez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EFB9CE3-BA5A-9EE6-0BAE-E2A9BFF4C445}"/>
                </a:ext>
              </a:extLst>
            </p:cNvPr>
            <p:cNvSpPr/>
            <p:nvPr/>
          </p:nvSpPr>
          <p:spPr>
            <a:xfrm>
              <a:off x="3792649" y="10604658"/>
              <a:ext cx="88392" cy="9525"/>
            </a:xfrm>
            <a:custGeom>
              <a:avLst/>
              <a:gdLst>
                <a:gd name="connsiteX0" fmla="*/ 88392 w 88392"/>
                <a:gd name="connsiteY0" fmla="*/ 0 h 9525"/>
                <a:gd name="connsiteX1" fmla="*/ 0 w 8839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392" h="9525">
                  <a:moveTo>
                    <a:pt x="88392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8B6B449-C7BD-24CF-90B3-03F6D3AD1107}"/>
                </a:ext>
              </a:extLst>
            </p:cNvPr>
            <p:cNvSpPr/>
            <p:nvPr/>
          </p:nvSpPr>
          <p:spPr>
            <a:xfrm>
              <a:off x="3529473" y="10943367"/>
              <a:ext cx="9525" cy="95"/>
            </a:xfrm>
            <a:custGeom>
              <a:avLst/>
              <a:gdLst>
                <a:gd name="connsiteX0" fmla="*/ 0 w 9525"/>
                <a:gd name="connsiteY0" fmla="*/ 0 h 95"/>
                <a:gd name="connsiteX1" fmla="*/ 0 w 9525"/>
                <a:gd name="connsiteY1" fmla="*/ 95 h 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">
                  <a:moveTo>
                    <a:pt x="0" y="0"/>
                  </a:moveTo>
                  <a:lnTo>
                    <a:pt x="0" y="95"/>
                  </a:lnTo>
                </a:path>
              </a:pathLst>
            </a:custGeom>
            <a:ln w="19050" cap="flat">
              <a:solidFill>
                <a:srgbClr val="527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98CEAA7-2544-A7BE-D0CE-71D033A41075}"/>
                </a:ext>
              </a:extLst>
            </p:cNvPr>
            <p:cNvSpPr/>
            <p:nvPr/>
          </p:nvSpPr>
          <p:spPr>
            <a:xfrm>
              <a:off x="3529473" y="10855071"/>
              <a:ext cx="9525" cy="88296"/>
            </a:xfrm>
            <a:custGeom>
              <a:avLst/>
              <a:gdLst>
                <a:gd name="connsiteX0" fmla="*/ 0 w 9525"/>
                <a:gd name="connsiteY0" fmla="*/ 88297 h 88296"/>
                <a:gd name="connsiteX1" fmla="*/ 0 w 9525"/>
                <a:gd name="connsiteY1" fmla="*/ 0 h 8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8296">
                  <a:moveTo>
                    <a:pt x="0" y="88297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9E23AF1-D136-CEF1-20D8-03838AA1190A}"/>
                </a:ext>
              </a:extLst>
            </p:cNvPr>
            <p:cNvSpPr/>
            <p:nvPr/>
          </p:nvSpPr>
          <p:spPr>
            <a:xfrm>
              <a:off x="3534617" y="10253948"/>
              <a:ext cx="9525" cy="88487"/>
            </a:xfrm>
            <a:custGeom>
              <a:avLst/>
              <a:gdLst>
                <a:gd name="connsiteX0" fmla="*/ 0 w 9525"/>
                <a:gd name="connsiteY0" fmla="*/ 88487 h 88487"/>
                <a:gd name="connsiteX1" fmla="*/ 0 w 9525"/>
                <a:gd name="connsiteY1" fmla="*/ 0 h 8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8487">
                  <a:moveTo>
                    <a:pt x="0" y="88487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919931A-B9A9-7465-40F5-FBEC0C5E6591}"/>
                </a:ext>
              </a:extLst>
            </p:cNvPr>
            <p:cNvSpPr/>
            <p:nvPr/>
          </p:nvSpPr>
          <p:spPr>
            <a:xfrm>
              <a:off x="3351165" y="10416254"/>
              <a:ext cx="106394" cy="106394"/>
            </a:xfrm>
            <a:custGeom>
              <a:avLst/>
              <a:gdLst>
                <a:gd name="connsiteX0" fmla="*/ 0 w 106394"/>
                <a:gd name="connsiteY0" fmla="*/ 0 h 106394"/>
                <a:gd name="connsiteX1" fmla="*/ 106394 w 106394"/>
                <a:gd name="connsiteY1" fmla="*/ 106394 h 1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94" h="106394">
                  <a:moveTo>
                    <a:pt x="0" y="0"/>
                  </a:moveTo>
                  <a:lnTo>
                    <a:pt x="106394" y="106394"/>
                  </a:lnTo>
                </a:path>
              </a:pathLst>
            </a:custGeom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263FBBE-D15E-EFA3-385A-569D02900147}"/>
                </a:ext>
              </a:extLst>
            </p:cNvPr>
            <p:cNvSpPr/>
            <p:nvPr/>
          </p:nvSpPr>
          <p:spPr>
            <a:xfrm>
              <a:off x="3457559" y="10522648"/>
              <a:ext cx="4667" cy="4667"/>
            </a:xfrm>
            <a:custGeom>
              <a:avLst/>
              <a:gdLst>
                <a:gd name="connsiteX0" fmla="*/ 0 w 4667"/>
                <a:gd name="connsiteY0" fmla="*/ 0 h 4667"/>
                <a:gd name="connsiteX1" fmla="*/ 4667 w 4667"/>
                <a:gd name="connsiteY1" fmla="*/ 4667 h 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67" h="4667">
                  <a:moveTo>
                    <a:pt x="0" y="0"/>
                  </a:moveTo>
                  <a:lnTo>
                    <a:pt x="4667" y="4667"/>
                  </a:lnTo>
                </a:path>
              </a:pathLst>
            </a:custGeom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B9D3C42-190E-935C-344A-8F23CCA25177}"/>
                </a:ext>
              </a:extLst>
            </p:cNvPr>
            <p:cNvSpPr/>
            <p:nvPr/>
          </p:nvSpPr>
          <p:spPr>
            <a:xfrm>
              <a:off x="3462227" y="10527315"/>
              <a:ext cx="39814" cy="39909"/>
            </a:xfrm>
            <a:custGeom>
              <a:avLst/>
              <a:gdLst>
                <a:gd name="connsiteX0" fmla="*/ 39815 w 39814"/>
                <a:gd name="connsiteY0" fmla="*/ 39910 h 39909"/>
                <a:gd name="connsiteX1" fmla="*/ 0 w 39814"/>
                <a:gd name="connsiteY1" fmla="*/ 0 h 3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814" h="39909">
                  <a:moveTo>
                    <a:pt x="39815" y="3991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790DAD0-86EE-1A45-88EB-56FDFBC21DEA}"/>
                </a:ext>
              </a:extLst>
            </p:cNvPr>
            <p:cNvSpPr/>
            <p:nvPr/>
          </p:nvSpPr>
          <p:spPr>
            <a:xfrm>
              <a:off x="3607292" y="10604658"/>
              <a:ext cx="120205" cy="9525"/>
            </a:xfrm>
            <a:custGeom>
              <a:avLst/>
              <a:gdLst>
                <a:gd name="connsiteX0" fmla="*/ 0 w 120205"/>
                <a:gd name="connsiteY0" fmla="*/ 0 h 9525"/>
                <a:gd name="connsiteX1" fmla="*/ 120206 w 12020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205" h="9525">
                  <a:moveTo>
                    <a:pt x="0" y="0"/>
                  </a:moveTo>
                  <a:lnTo>
                    <a:pt x="120206" y="0"/>
                  </a:lnTo>
                </a:path>
              </a:pathLst>
            </a:custGeom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EBF0EE9-E168-B80F-AEC0-AD6822F09A2F}"/>
                </a:ext>
              </a:extLst>
            </p:cNvPr>
            <p:cNvSpPr/>
            <p:nvPr/>
          </p:nvSpPr>
          <p:spPr>
            <a:xfrm>
              <a:off x="3575860" y="10604658"/>
              <a:ext cx="31432" cy="9525"/>
            </a:xfrm>
            <a:custGeom>
              <a:avLst/>
              <a:gdLst>
                <a:gd name="connsiteX0" fmla="*/ 0 w 31432"/>
                <a:gd name="connsiteY0" fmla="*/ 0 h 9525"/>
                <a:gd name="connsiteX1" fmla="*/ 31433 w 3143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432" h="9525">
                  <a:moveTo>
                    <a:pt x="0" y="0"/>
                  </a:moveTo>
                  <a:lnTo>
                    <a:pt x="31433" y="0"/>
                  </a:lnTo>
                </a:path>
              </a:pathLst>
            </a:custGeom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C70B360-C65E-BE40-C7A9-2BB47E9A3336}"/>
                </a:ext>
              </a:extLst>
            </p:cNvPr>
            <p:cNvSpPr/>
            <p:nvPr/>
          </p:nvSpPr>
          <p:spPr>
            <a:xfrm>
              <a:off x="3457559" y="10522648"/>
              <a:ext cx="4667" cy="9525"/>
            </a:xfrm>
            <a:custGeom>
              <a:avLst/>
              <a:gdLst>
                <a:gd name="connsiteX0" fmla="*/ 0 w 4667"/>
                <a:gd name="connsiteY0" fmla="*/ 0 h 9525"/>
                <a:gd name="connsiteX1" fmla="*/ 4667 w 466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67" h="9525">
                  <a:moveTo>
                    <a:pt x="0" y="0"/>
                  </a:moveTo>
                  <a:lnTo>
                    <a:pt x="4667" y="0"/>
                  </a:lnTo>
                </a:path>
              </a:pathLst>
            </a:custGeom>
            <a:ln w="19050" cap="flat">
              <a:solidFill>
                <a:srgbClr val="527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CAA5B74-6DEE-9702-BDA6-BE2B88B1734A}"/>
                </a:ext>
              </a:extLst>
            </p:cNvPr>
            <p:cNvSpPr/>
            <p:nvPr/>
          </p:nvSpPr>
          <p:spPr>
            <a:xfrm>
              <a:off x="3462227" y="10522648"/>
              <a:ext cx="9525" cy="4667"/>
            </a:xfrm>
            <a:custGeom>
              <a:avLst/>
              <a:gdLst>
                <a:gd name="connsiteX0" fmla="*/ 0 w 9525"/>
                <a:gd name="connsiteY0" fmla="*/ 4667 h 4667"/>
                <a:gd name="connsiteX1" fmla="*/ 0 w 9525"/>
                <a:gd name="connsiteY1" fmla="*/ 0 h 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4667">
                  <a:moveTo>
                    <a:pt x="0" y="4667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2" name="Graphic 5133">
            <a:extLst>
              <a:ext uri="{FF2B5EF4-FFF2-40B4-BE49-F238E27FC236}">
                <a16:creationId xmlns:a16="http://schemas.microsoft.com/office/drawing/2014/main" id="{E2F42D86-7833-EDE7-8550-77EB5F11F29B}"/>
              </a:ext>
            </a:extLst>
          </p:cNvPr>
          <p:cNvGrpSpPr/>
          <p:nvPr/>
        </p:nvGrpSpPr>
        <p:grpSpPr>
          <a:xfrm>
            <a:off x="4121065" y="3429000"/>
            <a:ext cx="1206970" cy="1206970"/>
            <a:chOff x="12597545" y="6858000"/>
            <a:chExt cx="1905000" cy="1905000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EBA5AB3-81E0-8676-355E-6D4AD61137F4}"/>
                </a:ext>
              </a:extLst>
            </p:cNvPr>
            <p:cNvSpPr/>
            <p:nvPr/>
          </p:nvSpPr>
          <p:spPr>
            <a:xfrm>
              <a:off x="13605956" y="7207186"/>
              <a:ext cx="473582" cy="184880"/>
            </a:xfrm>
            <a:custGeom>
              <a:avLst/>
              <a:gdLst>
                <a:gd name="connsiteX0" fmla="*/ 473583 w 473582"/>
                <a:gd name="connsiteY0" fmla="*/ 178879 h 184880"/>
                <a:gd name="connsiteX1" fmla="*/ 388525 w 473582"/>
                <a:gd name="connsiteY1" fmla="*/ 0 h 184880"/>
                <a:gd name="connsiteX2" fmla="*/ 0 w 473582"/>
                <a:gd name="connsiteY2" fmla="*/ 184880 h 18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3582" h="184880">
                  <a:moveTo>
                    <a:pt x="473583" y="178879"/>
                  </a:moveTo>
                  <a:lnTo>
                    <a:pt x="388525" y="0"/>
                  </a:lnTo>
                  <a:lnTo>
                    <a:pt x="0" y="184880"/>
                  </a:ln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39DB30C-76A4-DFE3-C409-36DFBA461FBF}"/>
                </a:ext>
              </a:extLst>
            </p:cNvPr>
            <p:cNvSpPr/>
            <p:nvPr/>
          </p:nvSpPr>
          <p:spPr>
            <a:xfrm>
              <a:off x="14247370" y="7738491"/>
              <a:ext cx="41909" cy="108108"/>
            </a:xfrm>
            <a:custGeom>
              <a:avLst/>
              <a:gdLst>
                <a:gd name="connsiteX0" fmla="*/ 0 w 41909"/>
                <a:gd name="connsiteY0" fmla="*/ 108109 h 108108"/>
                <a:gd name="connsiteX1" fmla="*/ 41910 w 41909"/>
                <a:gd name="connsiteY1" fmla="*/ 88106 h 108108"/>
                <a:gd name="connsiteX2" fmla="*/ 0 w 41909"/>
                <a:gd name="connsiteY2" fmla="*/ 0 h 108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909" h="108108">
                  <a:moveTo>
                    <a:pt x="0" y="108109"/>
                  </a:moveTo>
                  <a:lnTo>
                    <a:pt x="41910" y="88106"/>
                  </a:ln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1D41840-64B5-2AB9-D22E-62BD73A7779E}"/>
                </a:ext>
              </a:extLst>
            </p:cNvPr>
            <p:cNvSpPr/>
            <p:nvPr/>
          </p:nvSpPr>
          <p:spPr>
            <a:xfrm>
              <a:off x="13014835" y="8199310"/>
              <a:ext cx="484155" cy="190785"/>
            </a:xfrm>
            <a:custGeom>
              <a:avLst/>
              <a:gdLst>
                <a:gd name="connsiteX0" fmla="*/ 0 w 484155"/>
                <a:gd name="connsiteY0" fmla="*/ 0 h 190785"/>
                <a:gd name="connsiteX1" fmla="*/ 90773 w 484155"/>
                <a:gd name="connsiteY1" fmla="*/ 190786 h 190785"/>
                <a:gd name="connsiteX2" fmla="*/ 484156 w 484155"/>
                <a:gd name="connsiteY2" fmla="*/ 3524 h 19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155" h="190785">
                  <a:moveTo>
                    <a:pt x="0" y="0"/>
                  </a:moveTo>
                  <a:lnTo>
                    <a:pt x="90773" y="190786"/>
                  </a:lnTo>
                  <a:lnTo>
                    <a:pt x="484156" y="3524"/>
                  </a:ln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518EAD-9070-EA2F-FF6A-FC498A5FC5D8}"/>
                </a:ext>
              </a:extLst>
            </p:cNvPr>
            <p:cNvSpPr/>
            <p:nvPr/>
          </p:nvSpPr>
          <p:spPr>
            <a:xfrm>
              <a:off x="12810809" y="7749730"/>
              <a:ext cx="43910" cy="96869"/>
            </a:xfrm>
            <a:custGeom>
              <a:avLst/>
              <a:gdLst>
                <a:gd name="connsiteX0" fmla="*/ 43910 w 43910"/>
                <a:gd name="connsiteY0" fmla="*/ 0 h 96869"/>
                <a:gd name="connsiteX1" fmla="*/ 0 w 43910"/>
                <a:gd name="connsiteY1" fmla="*/ 20860 h 96869"/>
                <a:gd name="connsiteX2" fmla="*/ 36100 w 43910"/>
                <a:gd name="connsiteY2" fmla="*/ 96869 h 96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910" h="96869">
                  <a:moveTo>
                    <a:pt x="43910" y="0"/>
                  </a:moveTo>
                  <a:lnTo>
                    <a:pt x="0" y="20860"/>
                  </a:lnTo>
                  <a:lnTo>
                    <a:pt x="36100" y="96869"/>
                  </a:lnTo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96A03AE-85C2-C514-3741-43725F1694AE}"/>
                </a:ext>
              </a:extLst>
            </p:cNvPr>
            <p:cNvSpPr/>
            <p:nvPr/>
          </p:nvSpPr>
          <p:spPr>
            <a:xfrm>
              <a:off x="12894629" y="7455598"/>
              <a:ext cx="1310925" cy="686085"/>
            </a:xfrm>
            <a:custGeom>
              <a:avLst/>
              <a:gdLst>
                <a:gd name="connsiteX0" fmla="*/ 0 w 1310925"/>
                <a:gd name="connsiteY0" fmla="*/ 0 h 686085"/>
                <a:gd name="connsiteX1" fmla="*/ 1310926 w 1310925"/>
                <a:gd name="connsiteY1" fmla="*/ 0 h 686085"/>
                <a:gd name="connsiteX2" fmla="*/ 1310926 w 1310925"/>
                <a:gd name="connsiteY2" fmla="*/ 686086 h 686085"/>
                <a:gd name="connsiteX3" fmla="*/ 0 w 1310925"/>
                <a:gd name="connsiteY3" fmla="*/ 686086 h 686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925" h="686085">
                  <a:moveTo>
                    <a:pt x="0" y="0"/>
                  </a:moveTo>
                  <a:lnTo>
                    <a:pt x="1310926" y="0"/>
                  </a:lnTo>
                  <a:lnTo>
                    <a:pt x="1310926" y="686086"/>
                  </a:lnTo>
                  <a:lnTo>
                    <a:pt x="0" y="686086"/>
                  </a:lnTo>
                  <a:close/>
                </a:path>
              </a:pathLst>
            </a:custGeom>
            <a:noFill/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3A04DEC-C57A-273D-097D-E07224697C20}"/>
                </a:ext>
              </a:extLst>
            </p:cNvPr>
            <p:cNvSpPr/>
            <p:nvPr/>
          </p:nvSpPr>
          <p:spPr>
            <a:xfrm>
              <a:off x="13723876" y="8071389"/>
              <a:ext cx="95440" cy="9525"/>
            </a:xfrm>
            <a:custGeom>
              <a:avLst/>
              <a:gdLst>
                <a:gd name="connsiteX0" fmla="*/ 0 w 95440"/>
                <a:gd name="connsiteY0" fmla="*/ 0 h 9525"/>
                <a:gd name="connsiteX1" fmla="*/ 95441 w 9544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440" h="9525">
                  <a:moveTo>
                    <a:pt x="0" y="0"/>
                  </a:moveTo>
                  <a:lnTo>
                    <a:pt x="95441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0FA81E5-8464-C9D8-9442-2BFE5529C8B8}"/>
                </a:ext>
              </a:extLst>
            </p:cNvPr>
            <p:cNvSpPr/>
            <p:nvPr/>
          </p:nvSpPr>
          <p:spPr>
            <a:xfrm>
              <a:off x="12960923" y="7525893"/>
              <a:ext cx="719327" cy="545591"/>
            </a:xfrm>
            <a:custGeom>
              <a:avLst/>
              <a:gdLst>
                <a:gd name="connsiteX0" fmla="*/ 255746 w 719327"/>
                <a:gd name="connsiteY0" fmla="*/ 0 h 545591"/>
                <a:gd name="connsiteX1" fmla="*/ 130588 w 719327"/>
                <a:gd name="connsiteY1" fmla="*/ 0 h 545591"/>
                <a:gd name="connsiteX2" fmla="*/ 119392 w 719327"/>
                <a:gd name="connsiteY2" fmla="*/ 130588 h 545591"/>
                <a:gd name="connsiteX3" fmla="*/ 0 w 719327"/>
                <a:gd name="connsiteY3" fmla="*/ 130588 h 545591"/>
                <a:gd name="connsiteX4" fmla="*/ 0 w 719327"/>
                <a:gd name="connsiteY4" fmla="*/ 425863 h 545591"/>
                <a:gd name="connsiteX5" fmla="*/ 130592 w 719327"/>
                <a:gd name="connsiteY5" fmla="*/ 437010 h 545591"/>
                <a:gd name="connsiteX6" fmla="*/ 152400 w 719327"/>
                <a:gd name="connsiteY6" fmla="*/ 496443 h 545591"/>
                <a:gd name="connsiteX7" fmla="*/ 138303 w 719327"/>
                <a:gd name="connsiteY7" fmla="*/ 545592 h 545591"/>
                <a:gd name="connsiteX8" fmla="*/ 719328 w 719327"/>
                <a:gd name="connsiteY8" fmla="*/ 545592 h 545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9327" h="545591">
                  <a:moveTo>
                    <a:pt x="255746" y="0"/>
                  </a:moveTo>
                  <a:lnTo>
                    <a:pt x="130588" y="0"/>
                  </a:lnTo>
                  <a:cubicBezTo>
                    <a:pt x="163557" y="39153"/>
                    <a:pt x="158544" y="97619"/>
                    <a:pt x="119392" y="130588"/>
                  </a:cubicBezTo>
                  <a:cubicBezTo>
                    <a:pt x="84895" y="159636"/>
                    <a:pt x="34497" y="159636"/>
                    <a:pt x="0" y="130588"/>
                  </a:cubicBezTo>
                  <a:lnTo>
                    <a:pt x="0" y="425863"/>
                  </a:lnTo>
                  <a:cubicBezTo>
                    <a:pt x="39140" y="392879"/>
                    <a:pt x="97608" y="397870"/>
                    <a:pt x="130592" y="437010"/>
                  </a:cubicBezTo>
                  <a:cubicBezTo>
                    <a:pt x="144612" y="453647"/>
                    <a:pt x="152332" y="474686"/>
                    <a:pt x="152400" y="496443"/>
                  </a:cubicBezTo>
                  <a:cubicBezTo>
                    <a:pt x="152392" y="513822"/>
                    <a:pt x="147508" y="530851"/>
                    <a:pt x="138303" y="545592"/>
                  </a:cubicBezTo>
                  <a:lnTo>
                    <a:pt x="719328" y="545592"/>
                  </a:lnTo>
                </a:path>
              </a:pathLst>
            </a:custGeom>
            <a:noFill/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0B6A867-60F2-369B-FED7-3D7FD3E8CD4B}"/>
                </a:ext>
              </a:extLst>
            </p:cNvPr>
            <p:cNvSpPr/>
            <p:nvPr/>
          </p:nvSpPr>
          <p:spPr>
            <a:xfrm>
              <a:off x="13265628" y="7525893"/>
              <a:ext cx="114585" cy="9525"/>
            </a:xfrm>
            <a:custGeom>
              <a:avLst/>
              <a:gdLst>
                <a:gd name="connsiteX0" fmla="*/ 114586 w 114585"/>
                <a:gd name="connsiteY0" fmla="*/ 0 h 9525"/>
                <a:gd name="connsiteX1" fmla="*/ 0 w 11458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585" h="9525">
                  <a:moveTo>
                    <a:pt x="114586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BC1F1A6-7094-5F54-5AA7-C49482F2E1DD}"/>
                </a:ext>
              </a:extLst>
            </p:cNvPr>
            <p:cNvSpPr/>
            <p:nvPr/>
          </p:nvSpPr>
          <p:spPr>
            <a:xfrm>
              <a:off x="13426220" y="7525797"/>
              <a:ext cx="712850" cy="545592"/>
            </a:xfrm>
            <a:custGeom>
              <a:avLst/>
              <a:gdLst>
                <a:gd name="connsiteX0" fmla="*/ 440912 w 712850"/>
                <a:gd name="connsiteY0" fmla="*/ 545592 h 545592"/>
                <a:gd name="connsiteX1" fmla="*/ 574262 w 712850"/>
                <a:gd name="connsiteY1" fmla="*/ 545592 h 545592"/>
                <a:gd name="connsiteX2" fmla="*/ 603686 w 712850"/>
                <a:gd name="connsiteY2" fmla="*/ 417871 h 545592"/>
                <a:gd name="connsiteX3" fmla="*/ 652843 w 712850"/>
                <a:gd name="connsiteY3" fmla="*/ 403765 h 545592"/>
                <a:gd name="connsiteX4" fmla="*/ 712851 w 712850"/>
                <a:gd name="connsiteY4" fmla="*/ 425863 h 545592"/>
                <a:gd name="connsiteX5" fmla="*/ 712851 w 712850"/>
                <a:gd name="connsiteY5" fmla="*/ 130588 h 545592"/>
                <a:gd name="connsiteX6" fmla="*/ 582263 w 712850"/>
                <a:gd name="connsiteY6" fmla="*/ 119392 h 545592"/>
                <a:gd name="connsiteX7" fmla="*/ 582263 w 712850"/>
                <a:gd name="connsiteY7" fmla="*/ 0 h 545592"/>
                <a:gd name="connsiteX8" fmla="*/ 0 w 712850"/>
                <a:gd name="connsiteY8" fmla="*/ 0 h 54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2850" h="545592">
                  <a:moveTo>
                    <a:pt x="440912" y="545592"/>
                  </a:moveTo>
                  <a:lnTo>
                    <a:pt x="574262" y="545592"/>
                  </a:lnTo>
                  <a:cubicBezTo>
                    <a:pt x="547118" y="502198"/>
                    <a:pt x="560291" y="445015"/>
                    <a:pt x="603686" y="417871"/>
                  </a:cubicBezTo>
                  <a:cubicBezTo>
                    <a:pt x="618424" y="408651"/>
                    <a:pt x="635459" y="403763"/>
                    <a:pt x="652843" y="403765"/>
                  </a:cubicBezTo>
                  <a:cubicBezTo>
                    <a:pt x="674846" y="403711"/>
                    <a:pt x="696138" y="411552"/>
                    <a:pt x="712851" y="425863"/>
                  </a:cubicBezTo>
                  <a:lnTo>
                    <a:pt x="712851" y="130588"/>
                  </a:lnTo>
                  <a:cubicBezTo>
                    <a:pt x="673698" y="163557"/>
                    <a:pt x="615232" y="158544"/>
                    <a:pt x="582263" y="119392"/>
                  </a:cubicBezTo>
                  <a:cubicBezTo>
                    <a:pt x="553215" y="84895"/>
                    <a:pt x="553215" y="34497"/>
                    <a:pt x="582263" y="0"/>
                  </a:cubicBez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C571B77-82F8-D6DF-0398-0E3471361FF4}"/>
                </a:ext>
              </a:extLst>
            </p:cNvPr>
            <p:cNvSpPr/>
            <p:nvPr/>
          </p:nvSpPr>
          <p:spPr>
            <a:xfrm>
              <a:off x="13386400" y="7662195"/>
              <a:ext cx="317949" cy="332803"/>
            </a:xfrm>
            <a:custGeom>
              <a:avLst/>
              <a:gdLst>
                <a:gd name="connsiteX0" fmla="*/ 317950 w 317949"/>
                <a:gd name="connsiteY0" fmla="*/ 262604 h 332803"/>
                <a:gd name="connsiteX1" fmla="*/ 180028 w 317949"/>
                <a:gd name="connsiteY1" fmla="*/ 332804 h 332803"/>
                <a:gd name="connsiteX2" fmla="*/ 5 w 317949"/>
                <a:gd name="connsiteY2" fmla="*/ 136398 h 332803"/>
                <a:gd name="connsiteX3" fmla="*/ 50488 w 317949"/>
                <a:gd name="connsiteY3" fmla="*/ 0 h 332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949" h="332803">
                  <a:moveTo>
                    <a:pt x="317950" y="262604"/>
                  </a:moveTo>
                  <a:cubicBezTo>
                    <a:pt x="285482" y="306284"/>
                    <a:pt x="234450" y="332258"/>
                    <a:pt x="180028" y="332804"/>
                  </a:cubicBezTo>
                  <a:cubicBezTo>
                    <a:pt x="80587" y="332804"/>
                    <a:pt x="5" y="244888"/>
                    <a:pt x="5" y="136398"/>
                  </a:cubicBezTo>
                  <a:cubicBezTo>
                    <a:pt x="-352" y="86299"/>
                    <a:pt x="17600" y="37794"/>
                    <a:pt x="50488" y="0"/>
                  </a:cubicBezTo>
                </a:path>
              </a:pathLst>
            </a:custGeom>
            <a:noFill/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9D8F97F-AD43-DCCA-9273-01BD1E393EAB}"/>
                </a:ext>
              </a:extLst>
            </p:cNvPr>
            <p:cNvSpPr/>
            <p:nvPr/>
          </p:nvSpPr>
          <p:spPr>
            <a:xfrm>
              <a:off x="13484417" y="7602283"/>
              <a:ext cx="262032" cy="255746"/>
            </a:xfrm>
            <a:custGeom>
              <a:avLst/>
              <a:gdLst>
                <a:gd name="connsiteX0" fmla="*/ 0 w 262032"/>
                <a:gd name="connsiteY0" fmla="*/ 21431 h 255746"/>
                <a:gd name="connsiteX1" fmla="*/ 82010 w 262032"/>
                <a:gd name="connsiteY1" fmla="*/ 0 h 255746"/>
                <a:gd name="connsiteX2" fmla="*/ 262033 w 262032"/>
                <a:gd name="connsiteY2" fmla="*/ 196310 h 255746"/>
                <a:gd name="connsiteX3" fmla="*/ 253651 w 262032"/>
                <a:gd name="connsiteY3" fmla="*/ 255746 h 25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032" h="255746">
                  <a:moveTo>
                    <a:pt x="0" y="21431"/>
                  </a:moveTo>
                  <a:cubicBezTo>
                    <a:pt x="25049" y="7380"/>
                    <a:pt x="53289" y="1"/>
                    <a:pt x="82010" y="0"/>
                  </a:cubicBezTo>
                  <a:cubicBezTo>
                    <a:pt x="181451" y="0"/>
                    <a:pt x="262033" y="87916"/>
                    <a:pt x="262033" y="196310"/>
                  </a:cubicBezTo>
                  <a:cubicBezTo>
                    <a:pt x="262053" y="216418"/>
                    <a:pt x="259232" y="236428"/>
                    <a:pt x="253651" y="255746"/>
                  </a:cubicBezTo>
                </a:path>
              </a:pathLst>
            </a:custGeom>
            <a:noFill/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70" name="Graphic 4849">
            <a:extLst>
              <a:ext uri="{FF2B5EF4-FFF2-40B4-BE49-F238E27FC236}">
                <a16:creationId xmlns:a16="http://schemas.microsoft.com/office/drawing/2014/main" id="{A9471481-214C-33AE-8DA6-38CCB396F570}"/>
              </a:ext>
            </a:extLst>
          </p:cNvPr>
          <p:cNvGrpSpPr/>
          <p:nvPr/>
        </p:nvGrpSpPr>
        <p:grpSpPr>
          <a:xfrm>
            <a:off x="9827671" y="3429000"/>
            <a:ext cx="1206970" cy="1206970"/>
            <a:chOff x="-1676567" y="2476500"/>
            <a:chExt cx="1905000" cy="1905000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5CF91C1-1D0D-EF9E-6D48-616B397D81D6}"/>
                </a:ext>
              </a:extLst>
            </p:cNvPr>
            <p:cNvSpPr/>
            <p:nvPr/>
          </p:nvSpPr>
          <p:spPr>
            <a:xfrm>
              <a:off x="-1500735" y="3109436"/>
              <a:ext cx="911828" cy="960024"/>
            </a:xfrm>
            <a:custGeom>
              <a:avLst/>
              <a:gdLst>
                <a:gd name="connsiteX0" fmla="*/ 782955 w 911828"/>
                <a:gd name="connsiteY0" fmla="*/ 721519 h 960024"/>
                <a:gd name="connsiteX1" fmla="*/ 760286 w 911828"/>
                <a:gd name="connsiteY1" fmla="*/ 677132 h 960024"/>
                <a:gd name="connsiteX2" fmla="*/ 807053 w 911828"/>
                <a:gd name="connsiteY2" fmla="*/ 582644 h 960024"/>
                <a:gd name="connsiteX3" fmla="*/ 854678 w 911828"/>
                <a:gd name="connsiteY3" fmla="*/ 574072 h 960024"/>
                <a:gd name="connsiteX4" fmla="*/ 911828 w 911828"/>
                <a:gd name="connsiteY4" fmla="*/ 451580 h 960024"/>
                <a:gd name="connsiteX5" fmla="*/ 818198 w 911828"/>
                <a:gd name="connsiteY5" fmla="*/ 421386 h 960024"/>
                <a:gd name="connsiteX6" fmla="*/ 784384 w 911828"/>
                <a:gd name="connsiteY6" fmla="*/ 321088 h 960024"/>
                <a:gd name="connsiteX7" fmla="*/ 869347 w 911828"/>
                <a:gd name="connsiteY7" fmla="*/ 198406 h 960024"/>
                <a:gd name="connsiteX8" fmla="*/ 850297 w 911828"/>
                <a:gd name="connsiteY8" fmla="*/ 176117 h 960024"/>
                <a:gd name="connsiteX9" fmla="*/ 830009 w 911828"/>
                <a:gd name="connsiteY9" fmla="*/ 153829 h 960024"/>
                <a:gd name="connsiteX10" fmla="*/ 810959 w 911828"/>
                <a:gd name="connsiteY10" fmla="*/ 131445 h 960024"/>
                <a:gd name="connsiteX11" fmla="*/ 677894 w 911828"/>
                <a:gd name="connsiteY11" fmla="*/ 199454 h 960024"/>
                <a:gd name="connsiteX12" fmla="*/ 582644 w 911828"/>
                <a:gd name="connsiteY12" fmla="*/ 151829 h 960024"/>
                <a:gd name="connsiteX13" fmla="*/ 556070 w 911828"/>
                <a:gd name="connsiteY13" fmla="*/ 5810 h 960024"/>
                <a:gd name="connsiteX14" fmla="*/ 526447 w 911828"/>
                <a:gd name="connsiteY14" fmla="*/ 3905 h 960024"/>
                <a:gd name="connsiteX15" fmla="*/ 496824 w 911828"/>
                <a:gd name="connsiteY15" fmla="*/ 1905 h 960024"/>
                <a:gd name="connsiteX16" fmla="*/ 467296 w 911828"/>
                <a:gd name="connsiteY16" fmla="*/ 0 h 960024"/>
                <a:gd name="connsiteX17" fmla="*/ 421767 w 911828"/>
                <a:gd name="connsiteY17" fmla="*/ 141351 h 960024"/>
                <a:gd name="connsiteX18" fmla="*/ 320516 w 911828"/>
                <a:gd name="connsiteY18" fmla="*/ 175546 h 960024"/>
                <a:gd name="connsiteX19" fmla="*/ 198501 w 911828"/>
                <a:gd name="connsiteY19" fmla="*/ 90964 h 960024"/>
                <a:gd name="connsiteX20" fmla="*/ 176213 w 911828"/>
                <a:gd name="connsiteY20" fmla="*/ 110014 h 960024"/>
                <a:gd name="connsiteX21" fmla="*/ 153924 w 911828"/>
                <a:gd name="connsiteY21" fmla="*/ 129064 h 960024"/>
                <a:gd name="connsiteX22" fmla="*/ 131540 w 911828"/>
                <a:gd name="connsiteY22" fmla="*/ 148114 h 960024"/>
                <a:gd name="connsiteX23" fmla="*/ 199358 w 911828"/>
                <a:gd name="connsiteY23" fmla="*/ 281464 h 960024"/>
                <a:gd name="connsiteX24" fmla="*/ 151733 w 911828"/>
                <a:gd name="connsiteY24" fmla="*/ 377285 h 960024"/>
                <a:gd name="connsiteX25" fmla="*/ 5620 w 911828"/>
                <a:gd name="connsiteY25" fmla="*/ 403765 h 960024"/>
                <a:gd name="connsiteX26" fmla="*/ 3905 w 911828"/>
                <a:gd name="connsiteY26" fmla="*/ 433864 h 960024"/>
                <a:gd name="connsiteX27" fmla="*/ 2000 w 911828"/>
                <a:gd name="connsiteY27" fmla="*/ 463487 h 960024"/>
                <a:gd name="connsiteX28" fmla="*/ 0 w 911828"/>
                <a:gd name="connsiteY28" fmla="*/ 493014 h 960024"/>
                <a:gd name="connsiteX29" fmla="*/ 141542 w 911828"/>
                <a:gd name="connsiteY29" fmla="*/ 538639 h 960024"/>
                <a:gd name="connsiteX30" fmla="*/ 175927 w 911828"/>
                <a:gd name="connsiteY30" fmla="*/ 639413 h 960024"/>
                <a:gd name="connsiteX31" fmla="*/ 90869 w 911828"/>
                <a:gd name="connsiteY31" fmla="*/ 761619 h 960024"/>
                <a:gd name="connsiteX32" fmla="*/ 110395 w 911828"/>
                <a:gd name="connsiteY32" fmla="*/ 783908 h 960024"/>
                <a:gd name="connsiteX33" fmla="*/ 129445 w 911828"/>
                <a:gd name="connsiteY33" fmla="*/ 806196 h 960024"/>
                <a:gd name="connsiteX34" fmla="*/ 149066 w 911828"/>
                <a:gd name="connsiteY34" fmla="*/ 828484 h 960024"/>
                <a:gd name="connsiteX35" fmla="*/ 281845 w 911828"/>
                <a:gd name="connsiteY35" fmla="*/ 760381 h 960024"/>
                <a:gd name="connsiteX36" fmla="*/ 377095 w 911828"/>
                <a:gd name="connsiteY36" fmla="*/ 807149 h 960024"/>
                <a:gd name="connsiteX37" fmla="*/ 403765 w 911828"/>
                <a:gd name="connsiteY37" fmla="*/ 954215 h 960024"/>
                <a:gd name="connsiteX38" fmla="*/ 433388 w 911828"/>
                <a:gd name="connsiteY38" fmla="*/ 956120 h 960024"/>
                <a:gd name="connsiteX39" fmla="*/ 462915 w 911828"/>
                <a:gd name="connsiteY39" fmla="*/ 958120 h 960024"/>
                <a:gd name="connsiteX40" fmla="*/ 492538 w 911828"/>
                <a:gd name="connsiteY40" fmla="*/ 960025 h 960024"/>
                <a:gd name="connsiteX41" fmla="*/ 538353 w 911828"/>
                <a:gd name="connsiteY41" fmla="*/ 817150 h 960024"/>
                <a:gd name="connsiteX42" fmla="*/ 638175 w 911828"/>
                <a:gd name="connsiteY42" fmla="*/ 783241 h 960024"/>
                <a:gd name="connsiteX43" fmla="*/ 761333 w 911828"/>
                <a:gd name="connsiteY43" fmla="*/ 868966 h 960024"/>
                <a:gd name="connsiteX44" fmla="*/ 783622 w 911828"/>
                <a:gd name="connsiteY44" fmla="*/ 849344 h 960024"/>
                <a:gd name="connsiteX45" fmla="*/ 795147 w 911828"/>
                <a:gd name="connsiteY45" fmla="*/ 839248 h 96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911828" h="960024">
                  <a:moveTo>
                    <a:pt x="782955" y="721519"/>
                  </a:moveTo>
                  <a:lnTo>
                    <a:pt x="760286" y="677132"/>
                  </a:lnTo>
                  <a:cubicBezTo>
                    <a:pt x="780688" y="648257"/>
                    <a:pt x="796467" y="616378"/>
                    <a:pt x="807053" y="582644"/>
                  </a:cubicBezTo>
                  <a:lnTo>
                    <a:pt x="854678" y="574072"/>
                  </a:lnTo>
                  <a:moveTo>
                    <a:pt x="911828" y="451580"/>
                  </a:moveTo>
                  <a:lnTo>
                    <a:pt x="818198" y="421386"/>
                  </a:lnTo>
                  <a:cubicBezTo>
                    <a:pt x="812185" y="386405"/>
                    <a:pt x="800778" y="352569"/>
                    <a:pt x="784384" y="321088"/>
                  </a:cubicBezTo>
                  <a:lnTo>
                    <a:pt x="869347" y="198406"/>
                  </a:lnTo>
                  <a:lnTo>
                    <a:pt x="850297" y="176117"/>
                  </a:lnTo>
                  <a:lnTo>
                    <a:pt x="830009" y="153829"/>
                  </a:lnTo>
                  <a:lnTo>
                    <a:pt x="810959" y="131445"/>
                  </a:lnTo>
                  <a:lnTo>
                    <a:pt x="677894" y="199454"/>
                  </a:lnTo>
                  <a:cubicBezTo>
                    <a:pt x="648828" y="178699"/>
                    <a:pt x="616688" y="162629"/>
                    <a:pt x="582644" y="151829"/>
                  </a:cubicBezTo>
                  <a:lnTo>
                    <a:pt x="556070" y="5810"/>
                  </a:lnTo>
                  <a:lnTo>
                    <a:pt x="526447" y="3905"/>
                  </a:lnTo>
                  <a:lnTo>
                    <a:pt x="496824" y="1905"/>
                  </a:lnTo>
                  <a:lnTo>
                    <a:pt x="467296" y="0"/>
                  </a:lnTo>
                  <a:lnTo>
                    <a:pt x="421767" y="141351"/>
                  </a:lnTo>
                  <a:cubicBezTo>
                    <a:pt x="386430" y="147358"/>
                    <a:pt x="352260" y="158898"/>
                    <a:pt x="320516" y="175546"/>
                  </a:cubicBezTo>
                  <a:lnTo>
                    <a:pt x="198501" y="90964"/>
                  </a:lnTo>
                  <a:lnTo>
                    <a:pt x="176213" y="110014"/>
                  </a:lnTo>
                  <a:lnTo>
                    <a:pt x="153924" y="129064"/>
                  </a:lnTo>
                  <a:lnTo>
                    <a:pt x="131540" y="148114"/>
                  </a:lnTo>
                  <a:lnTo>
                    <a:pt x="199358" y="281464"/>
                  </a:lnTo>
                  <a:cubicBezTo>
                    <a:pt x="178515" y="310684"/>
                    <a:pt x="162440" y="343027"/>
                    <a:pt x="151733" y="377285"/>
                  </a:cubicBezTo>
                  <a:lnTo>
                    <a:pt x="5620" y="403765"/>
                  </a:lnTo>
                  <a:lnTo>
                    <a:pt x="3905" y="433864"/>
                  </a:lnTo>
                  <a:lnTo>
                    <a:pt x="2000" y="463487"/>
                  </a:lnTo>
                  <a:lnTo>
                    <a:pt x="0" y="493014"/>
                  </a:lnTo>
                  <a:lnTo>
                    <a:pt x="141542" y="538639"/>
                  </a:lnTo>
                  <a:cubicBezTo>
                    <a:pt x="147721" y="573807"/>
                    <a:pt x="159320" y="607803"/>
                    <a:pt x="175927" y="639413"/>
                  </a:cubicBezTo>
                  <a:lnTo>
                    <a:pt x="90869" y="761619"/>
                  </a:lnTo>
                  <a:lnTo>
                    <a:pt x="110395" y="783908"/>
                  </a:lnTo>
                  <a:lnTo>
                    <a:pt x="129445" y="806196"/>
                  </a:lnTo>
                  <a:lnTo>
                    <a:pt x="149066" y="828484"/>
                  </a:lnTo>
                  <a:lnTo>
                    <a:pt x="281845" y="760381"/>
                  </a:lnTo>
                  <a:cubicBezTo>
                    <a:pt x="310944" y="780872"/>
                    <a:pt x="343087" y="796654"/>
                    <a:pt x="377095" y="807149"/>
                  </a:cubicBezTo>
                  <a:lnTo>
                    <a:pt x="403765" y="954215"/>
                  </a:lnTo>
                  <a:lnTo>
                    <a:pt x="433388" y="956120"/>
                  </a:lnTo>
                  <a:lnTo>
                    <a:pt x="462915" y="958120"/>
                  </a:lnTo>
                  <a:lnTo>
                    <a:pt x="492538" y="960025"/>
                  </a:lnTo>
                  <a:lnTo>
                    <a:pt x="538353" y="817150"/>
                  </a:lnTo>
                  <a:cubicBezTo>
                    <a:pt x="573187" y="811103"/>
                    <a:pt x="606866" y="799663"/>
                    <a:pt x="638175" y="783241"/>
                  </a:cubicBezTo>
                  <a:lnTo>
                    <a:pt x="761333" y="868966"/>
                  </a:lnTo>
                  <a:lnTo>
                    <a:pt x="783622" y="849344"/>
                  </a:lnTo>
                  <a:lnTo>
                    <a:pt x="795147" y="839248"/>
                  </a:ln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A231E10-73F4-3E8C-BF74-AB22A6867C4E}"/>
                </a:ext>
              </a:extLst>
            </p:cNvPr>
            <p:cNvSpPr/>
            <p:nvPr/>
          </p:nvSpPr>
          <p:spPr>
            <a:xfrm>
              <a:off x="-1212032" y="3398139"/>
              <a:ext cx="382714" cy="382714"/>
            </a:xfrm>
            <a:custGeom>
              <a:avLst/>
              <a:gdLst>
                <a:gd name="connsiteX0" fmla="*/ 382714 w 382714"/>
                <a:gd name="connsiteY0" fmla="*/ 191357 h 382714"/>
                <a:gd name="connsiteX1" fmla="*/ 191357 w 382714"/>
                <a:gd name="connsiteY1" fmla="*/ 382715 h 382714"/>
                <a:gd name="connsiteX2" fmla="*/ 0 w 382714"/>
                <a:gd name="connsiteY2" fmla="*/ 191357 h 382714"/>
                <a:gd name="connsiteX3" fmla="*/ 191357 w 382714"/>
                <a:gd name="connsiteY3" fmla="*/ 0 h 382714"/>
                <a:gd name="connsiteX4" fmla="*/ 382714 w 382714"/>
                <a:gd name="connsiteY4" fmla="*/ 191357 h 382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2714" h="382714">
                  <a:moveTo>
                    <a:pt x="382714" y="191357"/>
                  </a:moveTo>
                  <a:cubicBezTo>
                    <a:pt x="382714" y="297041"/>
                    <a:pt x="297041" y="382715"/>
                    <a:pt x="191357" y="382715"/>
                  </a:cubicBezTo>
                  <a:cubicBezTo>
                    <a:pt x="85674" y="382715"/>
                    <a:pt x="0" y="297041"/>
                    <a:pt x="0" y="191357"/>
                  </a:cubicBezTo>
                  <a:cubicBezTo>
                    <a:pt x="0" y="85674"/>
                    <a:pt x="85674" y="0"/>
                    <a:pt x="191357" y="0"/>
                  </a:cubicBezTo>
                  <a:cubicBezTo>
                    <a:pt x="297041" y="0"/>
                    <a:pt x="382714" y="85674"/>
                    <a:pt x="382714" y="191357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9D85A7D-F89E-6C64-9A8C-8FD7FF0088A0}"/>
                </a:ext>
              </a:extLst>
            </p:cNvPr>
            <p:cNvSpPr/>
            <p:nvPr/>
          </p:nvSpPr>
          <p:spPr>
            <a:xfrm>
              <a:off x="-560427" y="2788919"/>
              <a:ext cx="613028" cy="554355"/>
            </a:xfrm>
            <a:custGeom>
              <a:avLst/>
              <a:gdLst>
                <a:gd name="connsiteX0" fmla="*/ 369761 w 613028"/>
                <a:gd name="connsiteY0" fmla="*/ 515684 h 554355"/>
                <a:gd name="connsiteX1" fmla="*/ 407861 w 613028"/>
                <a:gd name="connsiteY1" fmla="*/ 500158 h 554355"/>
                <a:gd name="connsiteX2" fmla="*/ 486251 w 613028"/>
                <a:gd name="connsiteY2" fmla="*/ 554355 h 554355"/>
                <a:gd name="connsiteX3" fmla="*/ 500444 w 613028"/>
                <a:gd name="connsiteY3" fmla="*/ 541877 h 554355"/>
                <a:gd name="connsiteX4" fmla="*/ 514731 w 613028"/>
                <a:gd name="connsiteY4" fmla="*/ 529400 h 554355"/>
                <a:gd name="connsiteX5" fmla="*/ 529019 w 613028"/>
                <a:gd name="connsiteY5" fmla="*/ 516922 h 554355"/>
                <a:gd name="connsiteX6" fmla="*/ 485299 w 613028"/>
                <a:gd name="connsiteY6" fmla="*/ 431768 h 554355"/>
                <a:gd name="connsiteX7" fmla="*/ 515207 w 613028"/>
                <a:gd name="connsiteY7" fmla="*/ 371475 h 554355"/>
                <a:gd name="connsiteX8" fmla="*/ 609219 w 613028"/>
                <a:gd name="connsiteY8" fmla="*/ 354330 h 554355"/>
                <a:gd name="connsiteX9" fmla="*/ 610457 w 613028"/>
                <a:gd name="connsiteY9" fmla="*/ 335280 h 554355"/>
                <a:gd name="connsiteX10" fmla="*/ 611791 w 613028"/>
                <a:gd name="connsiteY10" fmla="*/ 316230 h 554355"/>
                <a:gd name="connsiteX11" fmla="*/ 613029 w 613028"/>
                <a:gd name="connsiteY11" fmla="*/ 297180 h 554355"/>
                <a:gd name="connsiteX12" fmla="*/ 522161 w 613028"/>
                <a:gd name="connsiteY12" fmla="*/ 268605 h 554355"/>
                <a:gd name="connsiteX13" fmla="*/ 500539 w 613028"/>
                <a:gd name="connsiteY13" fmla="*/ 204502 h 554355"/>
                <a:gd name="connsiteX14" fmla="*/ 554831 w 613028"/>
                <a:gd name="connsiteY14" fmla="*/ 126111 h 554355"/>
                <a:gd name="connsiteX15" fmla="*/ 542353 w 613028"/>
                <a:gd name="connsiteY15" fmla="*/ 111919 h 554355"/>
                <a:gd name="connsiteX16" fmla="*/ 529876 w 613028"/>
                <a:gd name="connsiteY16" fmla="*/ 97631 h 554355"/>
                <a:gd name="connsiteX17" fmla="*/ 517398 w 613028"/>
                <a:gd name="connsiteY17" fmla="*/ 83439 h 554355"/>
                <a:gd name="connsiteX18" fmla="*/ 432721 w 613028"/>
                <a:gd name="connsiteY18" fmla="*/ 126778 h 554355"/>
                <a:gd name="connsiteX19" fmla="*/ 371856 w 613028"/>
                <a:gd name="connsiteY19" fmla="*/ 97155 h 554355"/>
                <a:gd name="connsiteX20" fmla="*/ 354902 w 613028"/>
                <a:gd name="connsiteY20" fmla="*/ 3715 h 554355"/>
                <a:gd name="connsiteX21" fmla="*/ 335852 w 613028"/>
                <a:gd name="connsiteY21" fmla="*/ 2477 h 554355"/>
                <a:gd name="connsiteX22" fmla="*/ 316802 w 613028"/>
                <a:gd name="connsiteY22" fmla="*/ 1238 h 554355"/>
                <a:gd name="connsiteX23" fmla="*/ 297752 w 613028"/>
                <a:gd name="connsiteY23" fmla="*/ 0 h 554355"/>
                <a:gd name="connsiteX24" fmla="*/ 268700 w 613028"/>
                <a:gd name="connsiteY24" fmla="*/ 90297 h 554355"/>
                <a:gd name="connsiteX25" fmla="*/ 204026 w 613028"/>
                <a:gd name="connsiteY25" fmla="*/ 112109 h 554355"/>
                <a:gd name="connsiteX26" fmla="*/ 126111 w 613028"/>
                <a:gd name="connsiteY26" fmla="*/ 58103 h 554355"/>
                <a:gd name="connsiteX27" fmla="*/ 112586 w 613028"/>
                <a:gd name="connsiteY27" fmla="*/ 70199 h 554355"/>
                <a:gd name="connsiteX28" fmla="*/ 98298 w 613028"/>
                <a:gd name="connsiteY28" fmla="*/ 82677 h 554355"/>
                <a:gd name="connsiteX29" fmla="*/ 84011 w 613028"/>
                <a:gd name="connsiteY29" fmla="*/ 95155 h 554355"/>
                <a:gd name="connsiteX30" fmla="*/ 127254 w 613028"/>
                <a:gd name="connsiteY30" fmla="*/ 179546 h 554355"/>
                <a:gd name="connsiteX31" fmla="*/ 97060 w 613028"/>
                <a:gd name="connsiteY31" fmla="*/ 240792 h 554355"/>
                <a:gd name="connsiteX32" fmla="*/ 3715 w 613028"/>
                <a:gd name="connsiteY32" fmla="*/ 257651 h 554355"/>
                <a:gd name="connsiteX33" fmla="*/ 2477 w 613028"/>
                <a:gd name="connsiteY33" fmla="*/ 276701 h 554355"/>
                <a:gd name="connsiteX34" fmla="*/ 1238 w 613028"/>
                <a:gd name="connsiteY34" fmla="*/ 295751 h 554355"/>
                <a:gd name="connsiteX35" fmla="*/ 0 w 613028"/>
                <a:gd name="connsiteY35" fmla="*/ 314801 h 554355"/>
                <a:gd name="connsiteX36" fmla="*/ 90392 w 613028"/>
                <a:gd name="connsiteY36" fmla="*/ 343376 h 554355"/>
                <a:gd name="connsiteX37" fmla="*/ 112300 w 613028"/>
                <a:gd name="connsiteY37" fmla="*/ 407765 h 554355"/>
                <a:gd name="connsiteX38" fmla="*/ 58102 w 613028"/>
                <a:gd name="connsiteY38" fmla="*/ 485966 h 554355"/>
                <a:gd name="connsiteX39" fmla="*/ 70580 w 613028"/>
                <a:gd name="connsiteY39" fmla="*/ 500158 h 554355"/>
                <a:gd name="connsiteX40" fmla="*/ 83058 w 613028"/>
                <a:gd name="connsiteY40" fmla="*/ 514445 h 554355"/>
                <a:gd name="connsiteX41" fmla="*/ 95536 w 613028"/>
                <a:gd name="connsiteY41" fmla="*/ 528733 h 554355"/>
                <a:gd name="connsiteX42" fmla="*/ 180403 w 613028"/>
                <a:gd name="connsiteY42" fmla="*/ 485204 h 55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13028" h="554355">
                  <a:moveTo>
                    <a:pt x="369761" y="515684"/>
                  </a:moveTo>
                  <a:cubicBezTo>
                    <a:pt x="382938" y="511767"/>
                    <a:pt x="395699" y="506567"/>
                    <a:pt x="407861" y="500158"/>
                  </a:cubicBezTo>
                  <a:lnTo>
                    <a:pt x="486251" y="554355"/>
                  </a:lnTo>
                  <a:lnTo>
                    <a:pt x="500444" y="541877"/>
                  </a:lnTo>
                  <a:lnTo>
                    <a:pt x="514731" y="529400"/>
                  </a:lnTo>
                  <a:lnTo>
                    <a:pt x="529019" y="516922"/>
                  </a:lnTo>
                  <a:lnTo>
                    <a:pt x="485299" y="431768"/>
                  </a:lnTo>
                  <a:cubicBezTo>
                    <a:pt x="498356" y="413356"/>
                    <a:pt x="508448" y="393011"/>
                    <a:pt x="515207" y="371475"/>
                  </a:cubicBezTo>
                  <a:lnTo>
                    <a:pt x="609219" y="354330"/>
                  </a:lnTo>
                  <a:lnTo>
                    <a:pt x="610457" y="335280"/>
                  </a:lnTo>
                  <a:lnTo>
                    <a:pt x="611791" y="316230"/>
                  </a:lnTo>
                  <a:lnTo>
                    <a:pt x="613029" y="297180"/>
                  </a:lnTo>
                  <a:lnTo>
                    <a:pt x="522161" y="268605"/>
                  </a:lnTo>
                  <a:cubicBezTo>
                    <a:pt x="518335" y="246242"/>
                    <a:pt x="511040" y="224613"/>
                    <a:pt x="500539" y="204502"/>
                  </a:cubicBezTo>
                  <a:lnTo>
                    <a:pt x="554831" y="126111"/>
                  </a:lnTo>
                  <a:lnTo>
                    <a:pt x="542353" y="111919"/>
                  </a:lnTo>
                  <a:lnTo>
                    <a:pt x="529876" y="97631"/>
                  </a:lnTo>
                  <a:lnTo>
                    <a:pt x="517398" y="83439"/>
                  </a:lnTo>
                  <a:lnTo>
                    <a:pt x="432721" y="126778"/>
                  </a:lnTo>
                  <a:cubicBezTo>
                    <a:pt x="414080" y="113826"/>
                    <a:pt x="393550" y="103834"/>
                    <a:pt x="371856" y="97155"/>
                  </a:cubicBezTo>
                  <a:lnTo>
                    <a:pt x="354902" y="3715"/>
                  </a:lnTo>
                  <a:lnTo>
                    <a:pt x="335852" y="2477"/>
                  </a:lnTo>
                  <a:lnTo>
                    <a:pt x="316802" y="1238"/>
                  </a:lnTo>
                  <a:lnTo>
                    <a:pt x="297752" y="0"/>
                  </a:lnTo>
                  <a:lnTo>
                    <a:pt x="268700" y="90297"/>
                  </a:lnTo>
                  <a:cubicBezTo>
                    <a:pt x="246123" y="94098"/>
                    <a:pt x="224293" y="101460"/>
                    <a:pt x="204026" y="112109"/>
                  </a:cubicBezTo>
                  <a:lnTo>
                    <a:pt x="126111" y="58103"/>
                  </a:lnTo>
                  <a:lnTo>
                    <a:pt x="112586" y="70199"/>
                  </a:lnTo>
                  <a:lnTo>
                    <a:pt x="98298" y="82677"/>
                  </a:lnTo>
                  <a:lnTo>
                    <a:pt x="84011" y="95155"/>
                  </a:lnTo>
                  <a:lnTo>
                    <a:pt x="127254" y="179546"/>
                  </a:lnTo>
                  <a:cubicBezTo>
                    <a:pt x="114003" y="198230"/>
                    <a:pt x="103811" y="218904"/>
                    <a:pt x="97060" y="240792"/>
                  </a:cubicBezTo>
                  <a:lnTo>
                    <a:pt x="3715" y="257651"/>
                  </a:lnTo>
                  <a:lnTo>
                    <a:pt x="2477" y="276701"/>
                  </a:lnTo>
                  <a:lnTo>
                    <a:pt x="1238" y="295751"/>
                  </a:lnTo>
                  <a:lnTo>
                    <a:pt x="0" y="314801"/>
                  </a:lnTo>
                  <a:lnTo>
                    <a:pt x="90392" y="343376"/>
                  </a:lnTo>
                  <a:cubicBezTo>
                    <a:pt x="94272" y="365855"/>
                    <a:pt x="101665" y="387584"/>
                    <a:pt x="112300" y="407765"/>
                  </a:cubicBezTo>
                  <a:lnTo>
                    <a:pt x="58102" y="485966"/>
                  </a:lnTo>
                  <a:lnTo>
                    <a:pt x="70580" y="500158"/>
                  </a:lnTo>
                  <a:lnTo>
                    <a:pt x="83058" y="514445"/>
                  </a:lnTo>
                  <a:lnTo>
                    <a:pt x="95536" y="528733"/>
                  </a:lnTo>
                  <a:lnTo>
                    <a:pt x="180403" y="485204"/>
                  </a:ln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8F2F1EB-BC66-1EA9-D21C-A20E1ECA886A}"/>
                </a:ext>
              </a:extLst>
            </p:cNvPr>
            <p:cNvSpPr/>
            <p:nvPr/>
          </p:nvSpPr>
          <p:spPr>
            <a:xfrm>
              <a:off x="-376214" y="2972943"/>
              <a:ext cx="244411" cy="244411"/>
            </a:xfrm>
            <a:custGeom>
              <a:avLst/>
              <a:gdLst>
                <a:gd name="connsiteX0" fmla="*/ 244411 w 244411"/>
                <a:gd name="connsiteY0" fmla="*/ 122206 h 244411"/>
                <a:gd name="connsiteX1" fmla="*/ 122206 w 244411"/>
                <a:gd name="connsiteY1" fmla="*/ 244411 h 244411"/>
                <a:gd name="connsiteX2" fmla="*/ 0 w 244411"/>
                <a:gd name="connsiteY2" fmla="*/ 122206 h 244411"/>
                <a:gd name="connsiteX3" fmla="*/ 122206 w 244411"/>
                <a:gd name="connsiteY3" fmla="*/ 0 h 244411"/>
                <a:gd name="connsiteX4" fmla="*/ 244411 w 244411"/>
                <a:gd name="connsiteY4" fmla="*/ 122206 h 244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411" h="244411">
                  <a:moveTo>
                    <a:pt x="244411" y="122206"/>
                  </a:moveTo>
                  <a:cubicBezTo>
                    <a:pt x="244411" y="189698"/>
                    <a:pt x="189698" y="244411"/>
                    <a:pt x="122206" y="244411"/>
                  </a:cubicBezTo>
                  <a:cubicBezTo>
                    <a:pt x="54713" y="244411"/>
                    <a:pt x="0" y="189698"/>
                    <a:pt x="0" y="122206"/>
                  </a:cubicBezTo>
                  <a:cubicBezTo>
                    <a:pt x="0" y="54713"/>
                    <a:pt x="54713" y="0"/>
                    <a:pt x="122206" y="0"/>
                  </a:cubicBezTo>
                  <a:cubicBezTo>
                    <a:pt x="189698" y="0"/>
                    <a:pt x="244411" y="54713"/>
                    <a:pt x="244411" y="122206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E4D0DCF-3AD4-05D0-E105-862982F4CAA0}"/>
                </a:ext>
              </a:extLst>
            </p:cNvPr>
            <p:cNvSpPr/>
            <p:nvPr/>
          </p:nvSpPr>
          <p:spPr>
            <a:xfrm>
              <a:off x="-617418" y="3361255"/>
              <a:ext cx="645182" cy="557044"/>
            </a:xfrm>
            <a:custGeom>
              <a:avLst/>
              <a:gdLst>
                <a:gd name="connsiteX0" fmla="*/ 284448 w 645182"/>
                <a:gd name="connsiteY0" fmla="*/ 20120 h 557044"/>
                <a:gd name="connsiteX1" fmla="*/ 5080 w 645182"/>
                <a:gd name="connsiteY1" fmla="*/ 492655 h 557044"/>
                <a:gd name="connsiteX2" fmla="*/ 23434 w 645182"/>
                <a:gd name="connsiteY2" fmla="*/ 551979 h 557044"/>
                <a:gd name="connsiteX3" fmla="*/ 43180 w 645182"/>
                <a:gd name="connsiteY3" fmla="*/ 557044 h 557044"/>
                <a:gd name="connsiteX4" fmla="*/ 602012 w 645182"/>
                <a:gd name="connsiteY4" fmla="*/ 557044 h 557044"/>
                <a:gd name="connsiteX5" fmla="*/ 645177 w 645182"/>
                <a:gd name="connsiteY5" fmla="*/ 512401 h 557044"/>
                <a:gd name="connsiteX6" fmla="*/ 640112 w 645182"/>
                <a:gd name="connsiteY6" fmla="*/ 492655 h 557044"/>
                <a:gd name="connsiteX7" fmla="*/ 360077 w 645182"/>
                <a:gd name="connsiteY7" fmla="*/ 20120 h 557044"/>
                <a:gd name="connsiteX8" fmla="*/ 297324 w 645182"/>
                <a:gd name="connsiteY8" fmla="*/ 7625 h 557044"/>
                <a:gd name="connsiteX9" fmla="*/ 284829 w 645182"/>
                <a:gd name="connsiteY9" fmla="*/ 20120 h 557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182" h="557044">
                  <a:moveTo>
                    <a:pt x="284448" y="20120"/>
                  </a:moveTo>
                  <a:lnTo>
                    <a:pt x="5080" y="492655"/>
                  </a:lnTo>
                  <a:cubicBezTo>
                    <a:pt x="-6234" y="514105"/>
                    <a:pt x="1984" y="540666"/>
                    <a:pt x="23434" y="551979"/>
                  </a:cubicBezTo>
                  <a:cubicBezTo>
                    <a:pt x="29528" y="555193"/>
                    <a:pt x="36292" y="556928"/>
                    <a:pt x="43180" y="557044"/>
                  </a:cubicBezTo>
                  <a:lnTo>
                    <a:pt x="602012" y="557044"/>
                  </a:lnTo>
                  <a:cubicBezTo>
                    <a:pt x="626259" y="556636"/>
                    <a:pt x="645585" y="536649"/>
                    <a:pt x="645177" y="512401"/>
                  </a:cubicBezTo>
                  <a:cubicBezTo>
                    <a:pt x="645061" y="505513"/>
                    <a:pt x="643326" y="498748"/>
                    <a:pt x="640112" y="492655"/>
                  </a:cubicBezTo>
                  <a:cubicBezTo>
                    <a:pt x="360077" y="20120"/>
                    <a:pt x="639159" y="493131"/>
                    <a:pt x="360077" y="20120"/>
                  </a:cubicBezTo>
                  <a:cubicBezTo>
                    <a:pt x="346199" y="-659"/>
                    <a:pt x="318103" y="-6253"/>
                    <a:pt x="297324" y="7625"/>
                  </a:cubicBezTo>
                  <a:cubicBezTo>
                    <a:pt x="292379" y="10928"/>
                    <a:pt x="288133" y="15174"/>
                    <a:pt x="284829" y="20120"/>
                  </a:cubicBezTo>
                  <a:close/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EB74096-357B-0B8C-AF47-E6D2AC35FBDF}"/>
                </a:ext>
              </a:extLst>
            </p:cNvPr>
            <p:cNvSpPr/>
            <p:nvPr/>
          </p:nvSpPr>
          <p:spPr>
            <a:xfrm>
              <a:off x="-321924" y="3544914"/>
              <a:ext cx="52868" cy="293671"/>
            </a:xfrm>
            <a:custGeom>
              <a:avLst/>
              <a:gdLst>
                <a:gd name="connsiteX0" fmla="*/ 26482 w 52868"/>
                <a:gd name="connsiteY0" fmla="*/ 293660 h 293671"/>
                <a:gd name="connsiteX1" fmla="*/ 7432 w 52868"/>
                <a:gd name="connsiteY1" fmla="*/ 286040 h 293671"/>
                <a:gd name="connsiteX2" fmla="*/ 7432 w 52868"/>
                <a:gd name="connsiteY2" fmla="*/ 247083 h 293671"/>
                <a:gd name="connsiteX3" fmla="*/ 45532 w 52868"/>
                <a:gd name="connsiteY3" fmla="*/ 247083 h 293671"/>
                <a:gd name="connsiteX4" fmla="*/ 45532 w 52868"/>
                <a:gd name="connsiteY4" fmla="*/ 286040 h 293671"/>
                <a:gd name="connsiteX5" fmla="*/ 26482 w 52868"/>
                <a:gd name="connsiteY5" fmla="*/ 293660 h 293671"/>
                <a:gd name="connsiteX6" fmla="*/ 9718 w 52868"/>
                <a:gd name="connsiteY6" fmla="*/ 203363 h 293671"/>
                <a:gd name="connsiteX7" fmla="*/ 4003 w 52868"/>
                <a:gd name="connsiteY7" fmla="*/ 5338 h 293671"/>
                <a:gd name="connsiteX8" fmla="*/ 49056 w 52868"/>
                <a:gd name="connsiteY8" fmla="*/ 5338 h 293671"/>
                <a:gd name="connsiteX9" fmla="*/ 43341 w 52868"/>
                <a:gd name="connsiteY9" fmla="*/ 203363 h 293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868" h="293671">
                  <a:moveTo>
                    <a:pt x="26482" y="293660"/>
                  </a:moveTo>
                  <a:cubicBezTo>
                    <a:pt x="19350" y="293873"/>
                    <a:pt x="12450" y="291113"/>
                    <a:pt x="7432" y="286040"/>
                  </a:cubicBezTo>
                  <a:cubicBezTo>
                    <a:pt x="-2477" y="274945"/>
                    <a:pt x="-2477" y="258178"/>
                    <a:pt x="7432" y="247083"/>
                  </a:cubicBezTo>
                  <a:cubicBezTo>
                    <a:pt x="18279" y="237381"/>
                    <a:pt x="34685" y="237381"/>
                    <a:pt x="45532" y="247083"/>
                  </a:cubicBezTo>
                  <a:cubicBezTo>
                    <a:pt x="55314" y="258227"/>
                    <a:pt x="55314" y="274896"/>
                    <a:pt x="45532" y="286040"/>
                  </a:cubicBezTo>
                  <a:cubicBezTo>
                    <a:pt x="40508" y="291103"/>
                    <a:pt x="33612" y="293861"/>
                    <a:pt x="26482" y="293660"/>
                  </a:cubicBezTo>
                  <a:close/>
                  <a:moveTo>
                    <a:pt x="9718" y="203363"/>
                  </a:moveTo>
                  <a:lnTo>
                    <a:pt x="4003" y="5338"/>
                  </a:lnTo>
                  <a:cubicBezTo>
                    <a:pt x="18177" y="-1779"/>
                    <a:pt x="34882" y="-1779"/>
                    <a:pt x="49056" y="5338"/>
                  </a:cubicBezTo>
                  <a:lnTo>
                    <a:pt x="43341" y="20336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448264F-F6AA-91CD-24A3-6256B2EE8695}"/>
                </a:ext>
              </a:extLst>
            </p:cNvPr>
            <p:cNvSpPr/>
            <p:nvPr/>
          </p:nvSpPr>
          <p:spPr>
            <a:xfrm>
              <a:off x="-1073253" y="3536918"/>
              <a:ext cx="105155" cy="105155"/>
            </a:xfrm>
            <a:custGeom>
              <a:avLst/>
              <a:gdLst>
                <a:gd name="connsiteX0" fmla="*/ 105156 w 105155"/>
                <a:gd name="connsiteY0" fmla="*/ 52578 h 105155"/>
                <a:gd name="connsiteX1" fmla="*/ 52578 w 105155"/>
                <a:gd name="connsiteY1" fmla="*/ 105156 h 105155"/>
                <a:gd name="connsiteX2" fmla="*/ 0 w 105155"/>
                <a:gd name="connsiteY2" fmla="*/ 52578 h 105155"/>
                <a:gd name="connsiteX3" fmla="*/ 52578 w 105155"/>
                <a:gd name="connsiteY3" fmla="*/ 0 h 105155"/>
                <a:gd name="connsiteX4" fmla="*/ 105156 w 105155"/>
                <a:gd name="connsiteY4" fmla="*/ 52578 h 105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55" h="105155">
                  <a:moveTo>
                    <a:pt x="105156" y="52578"/>
                  </a:moveTo>
                  <a:cubicBezTo>
                    <a:pt x="105156" y="81616"/>
                    <a:pt x="81616" y="105156"/>
                    <a:pt x="52578" y="105156"/>
                  </a:cubicBezTo>
                  <a:cubicBezTo>
                    <a:pt x="23540" y="105156"/>
                    <a:pt x="0" y="81616"/>
                    <a:pt x="0" y="52578"/>
                  </a:cubicBezTo>
                  <a:cubicBezTo>
                    <a:pt x="0" y="23540"/>
                    <a:pt x="23540" y="0"/>
                    <a:pt x="52578" y="0"/>
                  </a:cubicBezTo>
                  <a:cubicBezTo>
                    <a:pt x="81616" y="0"/>
                    <a:pt x="105156" y="23540"/>
                    <a:pt x="105156" y="52578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E1B74A1-4BA6-87EA-67EC-75F3DF2FBACC}"/>
                </a:ext>
              </a:extLst>
            </p:cNvPr>
            <p:cNvSpPr/>
            <p:nvPr/>
          </p:nvSpPr>
          <p:spPr>
            <a:xfrm>
              <a:off x="-291536" y="3057620"/>
              <a:ext cx="75056" cy="75056"/>
            </a:xfrm>
            <a:custGeom>
              <a:avLst/>
              <a:gdLst>
                <a:gd name="connsiteX0" fmla="*/ 75057 w 75056"/>
                <a:gd name="connsiteY0" fmla="*/ 37528 h 75056"/>
                <a:gd name="connsiteX1" fmla="*/ 37528 w 75056"/>
                <a:gd name="connsiteY1" fmla="*/ 75057 h 75056"/>
                <a:gd name="connsiteX2" fmla="*/ 0 w 75056"/>
                <a:gd name="connsiteY2" fmla="*/ 37528 h 75056"/>
                <a:gd name="connsiteX3" fmla="*/ 37528 w 75056"/>
                <a:gd name="connsiteY3" fmla="*/ 0 h 75056"/>
                <a:gd name="connsiteX4" fmla="*/ 75057 w 75056"/>
                <a:gd name="connsiteY4" fmla="*/ 37528 h 75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56" h="75056">
                  <a:moveTo>
                    <a:pt x="75057" y="37528"/>
                  </a:moveTo>
                  <a:cubicBezTo>
                    <a:pt x="75057" y="58255"/>
                    <a:pt x="58255" y="75057"/>
                    <a:pt x="37528" y="75057"/>
                  </a:cubicBezTo>
                  <a:cubicBezTo>
                    <a:pt x="16802" y="75057"/>
                    <a:pt x="0" y="58255"/>
                    <a:pt x="0" y="37528"/>
                  </a:cubicBezTo>
                  <a:cubicBezTo>
                    <a:pt x="0" y="16802"/>
                    <a:pt x="16802" y="0"/>
                    <a:pt x="37528" y="0"/>
                  </a:cubicBezTo>
                  <a:cubicBezTo>
                    <a:pt x="58255" y="0"/>
                    <a:pt x="75057" y="16802"/>
                    <a:pt x="75057" y="37528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A2A89CD-8655-87A4-573D-8831D881D6B2}"/>
              </a:ext>
            </a:extLst>
          </p:cNvPr>
          <p:cNvGrpSpPr/>
          <p:nvPr/>
        </p:nvGrpSpPr>
        <p:grpSpPr>
          <a:xfrm>
            <a:off x="638628" y="1920907"/>
            <a:ext cx="10914744" cy="1427227"/>
            <a:chOff x="638628" y="1976514"/>
            <a:chExt cx="10914744" cy="885451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D17F9A1-584A-A46D-8BBE-61DA3175653C}"/>
                </a:ext>
              </a:extLst>
            </p:cNvPr>
            <p:cNvSpPr txBox="1"/>
            <p:nvPr/>
          </p:nvSpPr>
          <p:spPr>
            <a:xfrm>
              <a:off x="2780752" y="1976514"/>
              <a:ext cx="6630493" cy="2776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85704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Unique demands of financial markets: </a:t>
              </a:r>
            </a:p>
          </p:txBody>
        </p:sp>
        <p:sp>
          <p:nvSpPr>
            <p:cNvPr id="81" name="Right Brace 80">
              <a:extLst>
                <a:ext uri="{FF2B5EF4-FFF2-40B4-BE49-F238E27FC236}">
                  <a16:creationId xmlns:a16="http://schemas.microsoft.com/office/drawing/2014/main" id="{75918324-D3DB-5E5F-4CBA-2038DD29056D}"/>
                </a:ext>
              </a:extLst>
            </p:cNvPr>
            <p:cNvSpPr/>
            <p:nvPr/>
          </p:nvSpPr>
          <p:spPr>
            <a:xfrm rot="16200000">
              <a:off x="5842685" y="-2848721"/>
              <a:ext cx="506629" cy="10914744"/>
            </a:xfrm>
            <a:prstGeom prst="righ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340808BC-D3A5-DD4C-5683-926E4E4DC245}"/>
              </a:ext>
            </a:extLst>
          </p:cNvPr>
          <p:cNvSpPr txBox="1"/>
          <p:nvPr/>
        </p:nvSpPr>
        <p:spPr>
          <a:xfrm>
            <a:off x="525376" y="4706696"/>
            <a:ext cx="2482384" cy="542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857040">
              <a:lnSpc>
                <a:spcPct val="80000"/>
              </a:lnSpc>
              <a:defRPr/>
            </a:pPr>
            <a:r>
              <a:rPr lang="en-US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Real-time processing requirements</a:t>
            </a:r>
            <a:endParaRPr lang="en-US" dirty="0">
              <a:solidFill>
                <a:srgbClr val="FFFFFF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C1D7B8-A3B7-0AF5-F1E8-D1D3440906EA}"/>
              </a:ext>
            </a:extLst>
          </p:cNvPr>
          <p:cNvSpPr txBox="1"/>
          <p:nvPr/>
        </p:nvSpPr>
        <p:spPr>
          <a:xfrm>
            <a:off x="3483358" y="4706696"/>
            <a:ext cx="2482384" cy="542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857040">
              <a:lnSpc>
                <a:spcPct val="80000"/>
              </a:lnSpc>
              <a:defRPr/>
            </a:pPr>
            <a:r>
              <a:rPr lang="en-US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Low tolerance for errors</a:t>
            </a:r>
            <a:endParaRPr lang="en-US" dirty="0">
              <a:solidFill>
                <a:srgbClr val="FFFFFF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B988C66-C9C6-09AD-C5AF-06140398EEEC}"/>
              </a:ext>
            </a:extLst>
          </p:cNvPr>
          <p:cNvSpPr txBox="1"/>
          <p:nvPr/>
        </p:nvSpPr>
        <p:spPr>
          <a:xfrm>
            <a:off x="6227765" y="4706696"/>
            <a:ext cx="2482384" cy="76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857040">
              <a:lnSpc>
                <a:spcPct val="80000"/>
              </a:lnSpc>
              <a:defRPr/>
            </a:pPr>
            <a:r>
              <a:rPr lang="en-US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Multiple, often conflicting data sources</a:t>
            </a:r>
            <a:endParaRPr lang="en-US" dirty="0">
              <a:solidFill>
                <a:srgbClr val="FFFFFF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BAED92F-DA95-FACF-E6BF-D6E6C84A4669}"/>
              </a:ext>
            </a:extLst>
          </p:cNvPr>
          <p:cNvSpPr txBox="1"/>
          <p:nvPr/>
        </p:nvSpPr>
        <p:spPr>
          <a:xfrm>
            <a:off x="9189964" y="4706696"/>
            <a:ext cx="2482384" cy="76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857040">
              <a:lnSpc>
                <a:spcPct val="80000"/>
              </a:lnSpc>
              <a:defRPr/>
            </a:pPr>
            <a:r>
              <a:rPr lang="en-US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Complex interdependencies between data points</a:t>
            </a:r>
            <a:endParaRPr lang="en-US" dirty="0">
              <a:solidFill>
                <a:srgbClr val="FFFFFF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6D13BC7-C230-AE0E-8C95-84B4EA30E4F8}"/>
              </a:ext>
            </a:extLst>
          </p:cNvPr>
          <p:cNvGrpSpPr/>
          <p:nvPr/>
        </p:nvGrpSpPr>
        <p:grpSpPr>
          <a:xfrm>
            <a:off x="6938249" y="3644859"/>
            <a:ext cx="1100962" cy="754216"/>
            <a:chOff x="6938249" y="3644859"/>
            <a:chExt cx="1100962" cy="754216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861C8DF9-8DD5-1E6D-3982-D8618AD4F0DA}"/>
                </a:ext>
              </a:extLst>
            </p:cNvPr>
            <p:cNvSpPr/>
            <p:nvPr/>
          </p:nvSpPr>
          <p:spPr>
            <a:xfrm>
              <a:off x="7759837" y="3982080"/>
              <a:ext cx="279374" cy="263592"/>
            </a:xfrm>
            <a:custGeom>
              <a:avLst/>
              <a:gdLst>
                <a:gd name="connsiteX0" fmla="*/ 0 w 413099"/>
                <a:gd name="connsiteY0" fmla="*/ 0 h 389762"/>
                <a:gd name="connsiteX1" fmla="*/ 262890 w 413099"/>
                <a:gd name="connsiteY1" fmla="*/ 0 h 389762"/>
                <a:gd name="connsiteX2" fmla="*/ 413099 w 413099"/>
                <a:gd name="connsiteY2" fmla="*/ 194881 h 389762"/>
                <a:gd name="connsiteX3" fmla="*/ 413099 w 413099"/>
                <a:gd name="connsiteY3" fmla="*/ 194881 h 389762"/>
                <a:gd name="connsiteX4" fmla="*/ 262890 w 413099"/>
                <a:gd name="connsiteY4" fmla="*/ 389763 h 389762"/>
                <a:gd name="connsiteX5" fmla="*/ 208026 w 413099"/>
                <a:gd name="connsiteY5" fmla="*/ 389763 h 38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3099" h="389762">
                  <a:moveTo>
                    <a:pt x="0" y="0"/>
                  </a:moveTo>
                  <a:lnTo>
                    <a:pt x="262890" y="0"/>
                  </a:lnTo>
                  <a:cubicBezTo>
                    <a:pt x="345853" y="0"/>
                    <a:pt x="413099" y="87249"/>
                    <a:pt x="413099" y="194881"/>
                  </a:cubicBezTo>
                  <a:lnTo>
                    <a:pt x="413099" y="194881"/>
                  </a:lnTo>
                  <a:cubicBezTo>
                    <a:pt x="413099" y="302514"/>
                    <a:pt x="345853" y="389763"/>
                    <a:pt x="262890" y="389763"/>
                  </a:cubicBezTo>
                  <a:lnTo>
                    <a:pt x="208026" y="389763"/>
                  </a:lnTo>
                </a:path>
              </a:pathLst>
            </a:custGeom>
            <a:noFill/>
            <a:ln w="19050" cap="flat">
              <a:solidFill>
                <a:schemeClr val="accent1"/>
              </a:solidFill>
              <a:custDash>
                <a:ds d="300000" sp="450000"/>
              </a:custDash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6E4588C-F8FE-7BBC-DF9C-614E00C09C32}"/>
                </a:ext>
              </a:extLst>
            </p:cNvPr>
            <p:cNvSpPr/>
            <p:nvPr/>
          </p:nvSpPr>
          <p:spPr>
            <a:xfrm>
              <a:off x="7051384" y="3689113"/>
              <a:ext cx="219080" cy="293030"/>
            </a:xfrm>
            <a:custGeom>
              <a:avLst/>
              <a:gdLst>
                <a:gd name="connsiteX0" fmla="*/ 323945 w 323945"/>
                <a:gd name="connsiteY0" fmla="*/ 0 h 433292"/>
                <a:gd name="connsiteX1" fmla="*/ 166688 w 323945"/>
                <a:gd name="connsiteY1" fmla="*/ 0 h 433292"/>
                <a:gd name="connsiteX2" fmla="*/ 0 w 323945"/>
                <a:gd name="connsiteY2" fmla="*/ 216694 h 433292"/>
                <a:gd name="connsiteX3" fmla="*/ 0 w 323945"/>
                <a:gd name="connsiteY3" fmla="*/ 216694 h 433292"/>
                <a:gd name="connsiteX4" fmla="*/ 166878 w 323945"/>
                <a:gd name="connsiteY4" fmla="*/ 433292 h 433292"/>
                <a:gd name="connsiteX5" fmla="*/ 271463 w 323945"/>
                <a:gd name="connsiteY5" fmla="*/ 433292 h 43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945" h="433292">
                  <a:moveTo>
                    <a:pt x="323945" y="0"/>
                  </a:moveTo>
                  <a:lnTo>
                    <a:pt x="166688" y="0"/>
                  </a:lnTo>
                  <a:cubicBezTo>
                    <a:pt x="74771" y="0"/>
                    <a:pt x="0" y="96965"/>
                    <a:pt x="0" y="216694"/>
                  </a:cubicBezTo>
                  <a:lnTo>
                    <a:pt x="0" y="216694"/>
                  </a:lnTo>
                  <a:cubicBezTo>
                    <a:pt x="0" y="336328"/>
                    <a:pt x="74771" y="433292"/>
                    <a:pt x="166878" y="433292"/>
                  </a:cubicBezTo>
                  <a:lnTo>
                    <a:pt x="271463" y="433292"/>
                  </a:lnTo>
                </a:path>
              </a:pathLst>
            </a:custGeom>
            <a:noFill/>
            <a:ln w="19050" cap="flat">
              <a:solidFill>
                <a:schemeClr val="accent1"/>
              </a:solidFill>
              <a:custDash>
                <a:ds d="300000" sp="450000"/>
              </a:custDash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A1CBF5F-C35D-9255-9AD8-6CA7D275BC7B}"/>
                </a:ext>
              </a:extLst>
            </p:cNvPr>
            <p:cNvSpPr/>
            <p:nvPr/>
          </p:nvSpPr>
          <p:spPr>
            <a:xfrm>
              <a:off x="7793462" y="4180161"/>
              <a:ext cx="113115" cy="113115"/>
            </a:xfrm>
            <a:custGeom>
              <a:avLst/>
              <a:gdLst>
                <a:gd name="connsiteX0" fmla="*/ 167259 w 167259"/>
                <a:gd name="connsiteY0" fmla="*/ 83629 h 167259"/>
                <a:gd name="connsiteX1" fmla="*/ 83629 w 167259"/>
                <a:gd name="connsiteY1" fmla="*/ 167259 h 167259"/>
                <a:gd name="connsiteX2" fmla="*/ 0 w 167259"/>
                <a:gd name="connsiteY2" fmla="*/ 83629 h 167259"/>
                <a:gd name="connsiteX3" fmla="*/ 83629 w 167259"/>
                <a:gd name="connsiteY3" fmla="*/ 0 h 167259"/>
                <a:gd name="connsiteX4" fmla="*/ 167259 w 167259"/>
                <a:gd name="connsiteY4" fmla="*/ 83629 h 167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59" h="167259">
                  <a:moveTo>
                    <a:pt x="167259" y="83629"/>
                  </a:moveTo>
                  <a:cubicBezTo>
                    <a:pt x="167259" y="129817"/>
                    <a:pt x="129817" y="167259"/>
                    <a:pt x="83629" y="167259"/>
                  </a:cubicBezTo>
                  <a:cubicBezTo>
                    <a:pt x="37442" y="167259"/>
                    <a:pt x="0" y="129817"/>
                    <a:pt x="0" y="83629"/>
                  </a:cubicBezTo>
                  <a:cubicBezTo>
                    <a:pt x="0" y="37442"/>
                    <a:pt x="37442" y="0"/>
                    <a:pt x="83629" y="0"/>
                  </a:cubicBezTo>
                  <a:cubicBezTo>
                    <a:pt x="129817" y="0"/>
                    <a:pt x="167259" y="37442"/>
                    <a:pt x="167259" y="83629"/>
                  </a:cubicBezTo>
                  <a:close/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C180483-6CE6-B6CB-5CAC-0805F25CD633}"/>
                </a:ext>
              </a:extLst>
            </p:cNvPr>
            <p:cNvSpPr/>
            <p:nvPr/>
          </p:nvSpPr>
          <p:spPr>
            <a:xfrm>
              <a:off x="7276649" y="3644859"/>
              <a:ext cx="88508" cy="88508"/>
            </a:xfrm>
            <a:custGeom>
              <a:avLst/>
              <a:gdLst>
                <a:gd name="connsiteX0" fmla="*/ 130873 w 130873"/>
                <a:gd name="connsiteY0" fmla="*/ 65437 h 130873"/>
                <a:gd name="connsiteX1" fmla="*/ 65437 w 130873"/>
                <a:gd name="connsiteY1" fmla="*/ 130873 h 130873"/>
                <a:gd name="connsiteX2" fmla="*/ 0 w 130873"/>
                <a:gd name="connsiteY2" fmla="*/ 65437 h 130873"/>
                <a:gd name="connsiteX3" fmla="*/ 65437 w 130873"/>
                <a:gd name="connsiteY3" fmla="*/ 0 h 130873"/>
                <a:gd name="connsiteX4" fmla="*/ 130873 w 130873"/>
                <a:gd name="connsiteY4" fmla="*/ 65437 h 13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873" h="130873">
                  <a:moveTo>
                    <a:pt x="130873" y="65437"/>
                  </a:moveTo>
                  <a:cubicBezTo>
                    <a:pt x="130873" y="101576"/>
                    <a:pt x="101576" y="130873"/>
                    <a:pt x="65437" y="130873"/>
                  </a:cubicBezTo>
                  <a:cubicBezTo>
                    <a:pt x="29297" y="130873"/>
                    <a:pt x="0" y="101576"/>
                    <a:pt x="0" y="65437"/>
                  </a:cubicBezTo>
                  <a:cubicBezTo>
                    <a:pt x="0" y="29297"/>
                    <a:pt x="29297" y="0"/>
                    <a:pt x="65437" y="0"/>
                  </a:cubicBezTo>
                  <a:cubicBezTo>
                    <a:pt x="101576" y="0"/>
                    <a:pt x="130873" y="29297"/>
                    <a:pt x="130873" y="65437"/>
                  </a:cubicBezTo>
                  <a:close/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E2DB8CA-DD16-5165-440B-A624886ACB6B}"/>
                </a:ext>
              </a:extLst>
            </p:cNvPr>
            <p:cNvSpPr/>
            <p:nvPr/>
          </p:nvSpPr>
          <p:spPr>
            <a:xfrm>
              <a:off x="7056989" y="4057189"/>
              <a:ext cx="64545" cy="6442"/>
            </a:xfrm>
            <a:custGeom>
              <a:avLst/>
              <a:gdLst>
                <a:gd name="connsiteX0" fmla="*/ 95440 w 95440"/>
                <a:gd name="connsiteY0" fmla="*/ 0 h 9525"/>
                <a:gd name="connsiteX1" fmla="*/ 0 w 9544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440" h="9525">
                  <a:moveTo>
                    <a:pt x="95440" y="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E6E6A05-0010-473E-E604-9C472B8851F3}"/>
                </a:ext>
              </a:extLst>
            </p:cNvPr>
            <p:cNvSpPr/>
            <p:nvPr/>
          </p:nvSpPr>
          <p:spPr>
            <a:xfrm>
              <a:off x="6938249" y="4057157"/>
              <a:ext cx="799686" cy="341918"/>
            </a:xfrm>
            <a:custGeom>
              <a:avLst/>
              <a:gdLst>
                <a:gd name="connsiteX0" fmla="*/ 143476 w 1182463"/>
                <a:gd name="connsiteY0" fmla="*/ 49 h 505580"/>
                <a:gd name="connsiteX1" fmla="*/ 45273 w 1182463"/>
                <a:gd name="connsiteY1" fmla="*/ 49 h 505580"/>
                <a:gd name="connsiteX2" fmla="*/ 49 w 1182463"/>
                <a:gd name="connsiteY2" fmla="*/ 41215 h 505580"/>
                <a:gd name="connsiteX3" fmla="*/ 41215 w 1182463"/>
                <a:gd name="connsiteY3" fmla="*/ 86440 h 505580"/>
                <a:gd name="connsiteX4" fmla="*/ 45273 w 1182463"/>
                <a:gd name="connsiteY4" fmla="*/ 86440 h 505580"/>
                <a:gd name="connsiteX5" fmla="*/ 501711 w 1182463"/>
                <a:gd name="connsiteY5" fmla="*/ 86440 h 505580"/>
                <a:gd name="connsiteX6" fmla="*/ 690878 w 1182463"/>
                <a:gd name="connsiteY6" fmla="*/ 289704 h 505580"/>
                <a:gd name="connsiteX7" fmla="*/ 743551 w 1182463"/>
                <a:gd name="connsiteY7" fmla="*/ 312659 h 505580"/>
                <a:gd name="connsiteX8" fmla="*/ 1047589 w 1182463"/>
                <a:gd name="connsiteY8" fmla="*/ 313421 h 505580"/>
                <a:gd name="connsiteX9" fmla="*/ 944814 w 1182463"/>
                <a:gd name="connsiteY9" fmla="*/ 436008 h 505580"/>
                <a:gd name="connsiteX10" fmla="*/ 952790 w 1182463"/>
                <a:gd name="connsiteY10" fmla="*/ 496641 h 505580"/>
                <a:gd name="connsiteX11" fmla="*/ 1011013 w 1182463"/>
                <a:gd name="connsiteY11" fmla="*/ 491539 h 505580"/>
                <a:gd name="connsiteX12" fmla="*/ 1172938 w 1182463"/>
                <a:gd name="connsiteY12" fmla="*/ 298181 h 505580"/>
                <a:gd name="connsiteX13" fmla="*/ 1174653 w 1182463"/>
                <a:gd name="connsiteY13" fmla="*/ 295800 h 505580"/>
                <a:gd name="connsiteX14" fmla="*/ 1175986 w 1182463"/>
                <a:gd name="connsiteY14" fmla="*/ 293990 h 505580"/>
                <a:gd name="connsiteX15" fmla="*/ 1179510 w 1182463"/>
                <a:gd name="connsiteY15" fmla="*/ 287513 h 505580"/>
                <a:gd name="connsiteX16" fmla="*/ 1179987 w 1182463"/>
                <a:gd name="connsiteY16" fmla="*/ 286084 h 505580"/>
                <a:gd name="connsiteX17" fmla="*/ 1181796 w 1182463"/>
                <a:gd name="connsiteY17" fmla="*/ 280274 h 505580"/>
                <a:gd name="connsiteX18" fmla="*/ 1181796 w 1182463"/>
                <a:gd name="connsiteY18" fmla="*/ 277988 h 505580"/>
                <a:gd name="connsiteX19" fmla="*/ 1182463 w 1182463"/>
                <a:gd name="connsiteY19" fmla="*/ 272178 h 505580"/>
                <a:gd name="connsiteX20" fmla="*/ 1182463 w 1182463"/>
                <a:gd name="connsiteY20" fmla="*/ 270558 h 505580"/>
                <a:gd name="connsiteX21" fmla="*/ 1181892 w 1182463"/>
                <a:gd name="connsiteY21" fmla="*/ 263320 h 505580"/>
                <a:gd name="connsiteX22" fmla="*/ 1181415 w 1182463"/>
                <a:gd name="connsiteY22" fmla="*/ 261415 h 505580"/>
                <a:gd name="connsiteX23" fmla="*/ 1179891 w 1182463"/>
                <a:gd name="connsiteY23" fmla="*/ 255985 h 505580"/>
                <a:gd name="connsiteX24" fmla="*/ 1179034 w 1182463"/>
                <a:gd name="connsiteY24" fmla="*/ 253699 h 505580"/>
                <a:gd name="connsiteX25" fmla="*/ 1178463 w 1182463"/>
                <a:gd name="connsiteY25" fmla="*/ 252175 h 505580"/>
                <a:gd name="connsiteX26" fmla="*/ 1176177 w 1182463"/>
                <a:gd name="connsiteY26" fmla="*/ 248079 h 505580"/>
                <a:gd name="connsiteX27" fmla="*/ 1175605 w 1182463"/>
                <a:gd name="connsiteY27" fmla="*/ 246936 h 505580"/>
                <a:gd name="connsiteX28" fmla="*/ 1170747 w 1182463"/>
                <a:gd name="connsiteY28" fmla="*/ 240936 h 505580"/>
                <a:gd name="connsiteX29" fmla="*/ 1170747 w 1182463"/>
                <a:gd name="connsiteY29" fmla="*/ 240269 h 505580"/>
                <a:gd name="connsiteX30" fmla="*/ 999297 w 1182463"/>
                <a:gd name="connsiteY30" fmla="*/ 64628 h 505580"/>
                <a:gd name="connsiteX31" fmla="*/ 938226 w 1182463"/>
                <a:gd name="connsiteY31" fmla="*/ 61414 h 505580"/>
                <a:gd name="connsiteX32" fmla="*/ 935012 w 1182463"/>
                <a:gd name="connsiteY32" fmla="*/ 122485 h 505580"/>
                <a:gd name="connsiteX33" fmla="*/ 937385 w 1182463"/>
                <a:gd name="connsiteY33" fmla="*/ 124921 h 505580"/>
                <a:gd name="connsiteX34" fmla="*/ 1036826 w 1182463"/>
                <a:gd name="connsiteY34" fmla="*/ 226934 h 505580"/>
                <a:gd name="connsiteX35" fmla="*/ 749457 w 1182463"/>
                <a:gd name="connsiteY35" fmla="*/ 226267 h 505580"/>
                <a:gd name="connsiteX36" fmla="*/ 560766 w 1182463"/>
                <a:gd name="connsiteY36" fmla="*/ 23099 h 505580"/>
                <a:gd name="connsiteX37" fmla="*/ 507998 w 1182463"/>
                <a:gd name="connsiteY37" fmla="*/ 49 h 505580"/>
                <a:gd name="connsiteX38" fmla="*/ 322737 w 1182463"/>
                <a:gd name="connsiteY38" fmla="*/ 49 h 50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182463" h="505580">
                  <a:moveTo>
                    <a:pt x="143476" y="49"/>
                  </a:moveTo>
                  <a:lnTo>
                    <a:pt x="45273" y="49"/>
                  </a:lnTo>
                  <a:cubicBezTo>
                    <a:pt x="21417" y="-1072"/>
                    <a:pt x="1169" y="17359"/>
                    <a:pt x="49" y="41215"/>
                  </a:cubicBezTo>
                  <a:cubicBezTo>
                    <a:pt x="-1072" y="65072"/>
                    <a:pt x="17359" y="85320"/>
                    <a:pt x="41215" y="86440"/>
                  </a:cubicBezTo>
                  <a:cubicBezTo>
                    <a:pt x="42567" y="86504"/>
                    <a:pt x="43921" y="86504"/>
                    <a:pt x="45273" y="86440"/>
                  </a:cubicBezTo>
                  <a:lnTo>
                    <a:pt x="501711" y="86440"/>
                  </a:lnTo>
                  <a:lnTo>
                    <a:pt x="690878" y="289704"/>
                  </a:lnTo>
                  <a:cubicBezTo>
                    <a:pt x="704537" y="304266"/>
                    <a:pt x="723586" y="312567"/>
                    <a:pt x="743551" y="312659"/>
                  </a:cubicBezTo>
                  <a:lnTo>
                    <a:pt x="1047589" y="313421"/>
                  </a:lnTo>
                  <a:lnTo>
                    <a:pt x="944814" y="436008"/>
                  </a:lnTo>
                  <a:cubicBezTo>
                    <a:pt x="930273" y="454954"/>
                    <a:pt x="933844" y="482100"/>
                    <a:pt x="952790" y="496641"/>
                  </a:cubicBezTo>
                  <a:cubicBezTo>
                    <a:pt x="970584" y="510298"/>
                    <a:pt x="995866" y="508082"/>
                    <a:pt x="1011013" y="491539"/>
                  </a:cubicBezTo>
                  <a:lnTo>
                    <a:pt x="1172938" y="298181"/>
                  </a:lnTo>
                  <a:lnTo>
                    <a:pt x="1174653" y="295800"/>
                  </a:lnTo>
                  <a:cubicBezTo>
                    <a:pt x="1175043" y="295158"/>
                    <a:pt x="1175489" y="294553"/>
                    <a:pt x="1175986" y="293990"/>
                  </a:cubicBezTo>
                  <a:cubicBezTo>
                    <a:pt x="1177290" y="291904"/>
                    <a:pt x="1178467" y="289741"/>
                    <a:pt x="1179510" y="287513"/>
                  </a:cubicBezTo>
                  <a:cubicBezTo>
                    <a:pt x="1179510" y="287513"/>
                    <a:pt x="1179510" y="286561"/>
                    <a:pt x="1179987" y="286084"/>
                  </a:cubicBezTo>
                  <a:cubicBezTo>
                    <a:pt x="1180690" y="284180"/>
                    <a:pt x="1181294" y="282241"/>
                    <a:pt x="1181796" y="280274"/>
                  </a:cubicBezTo>
                  <a:cubicBezTo>
                    <a:pt x="1181796" y="279512"/>
                    <a:pt x="1181796" y="278750"/>
                    <a:pt x="1181796" y="277988"/>
                  </a:cubicBezTo>
                  <a:cubicBezTo>
                    <a:pt x="1182165" y="276071"/>
                    <a:pt x="1182387" y="274129"/>
                    <a:pt x="1182463" y="272178"/>
                  </a:cubicBezTo>
                  <a:cubicBezTo>
                    <a:pt x="1182463" y="271702"/>
                    <a:pt x="1182463" y="271130"/>
                    <a:pt x="1182463" y="270558"/>
                  </a:cubicBezTo>
                  <a:cubicBezTo>
                    <a:pt x="1182462" y="268134"/>
                    <a:pt x="1182271" y="265714"/>
                    <a:pt x="1181892" y="263320"/>
                  </a:cubicBezTo>
                  <a:cubicBezTo>
                    <a:pt x="1181789" y="262672"/>
                    <a:pt x="1181630" y="262034"/>
                    <a:pt x="1181415" y="261415"/>
                  </a:cubicBezTo>
                  <a:cubicBezTo>
                    <a:pt x="1181042" y="259570"/>
                    <a:pt x="1180533" y="257755"/>
                    <a:pt x="1179891" y="255985"/>
                  </a:cubicBezTo>
                  <a:lnTo>
                    <a:pt x="1179034" y="253699"/>
                  </a:lnTo>
                  <a:cubicBezTo>
                    <a:pt x="1178888" y="253176"/>
                    <a:pt x="1178696" y="252666"/>
                    <a:pt x="1178463" y="252175"/>
                  </a:cubicBezTo>
                  <a:cubicBezTo>
                    <a:pt x="1177796" y="250747"/>
                    <a:pt x="1176939" y="249413"/>
                    <a:pt x="1176177" y="248079"/>
                  </a:cubicBezTo>
                  <a:lnTo>
                    <a:pt x="1175605" y="246936"/>
                  </a:lnTo>
                  <a:cubicBezTo>
                    <a:pt x="1174199" y="244773"/>
                    <a:pt x="1172571" y="242762"/>
                    <a:pt x="1170747" y="240936"/>
                  </a:cubicBezTo>
                  <a:lnTo>
                    <a:pt x="1170747" y="240269"/>
                  </a:lnTo>
                  <a:lnTo>
                    <a:pt x="999297" y="64628"/>
                  </a:lnTo>
                  <a:cubicBezTo>
                    <a:pt x="983321" y="46876"/>
                    <a:pt x="955978" y="45437"/>
                    <a:pt x="938226" y="61414"/>
                  </a:cubicBezTo>
                  <a:cubicBezTo>
                    <a:pt x="920474" y="77390"/>
                    <a:pt x="919035" y="104733"/>
                    <a:pt x="935012" y="122485"/>
                  </a:cubicBezTo>
                  <a:cubicBezTo>
                    <a:pt x="935771" y="123328"/>
                    <a:pt x="936562" y="124140"/>
                    <a:pt x="937385" y="124921"/>
                  </a:cubicBezTo>
                  <a:lnTo>
                    <a:pt x="1036826" y="226934"/>
                  </a:lnTo>
                  <a:lnTo>
                    <a:pt x="749457" y="226267"/>
                  </a:lnTo>
                  <a:lnTo>
                    <a:pt x="560766" y="23099"/>
                  </a:lnTo>
                  <a:cubicBezTo>
                    <a:pt x="547155" y="8401"/>
                    <a:pt x="528030" y="47"/>
                    <a:pt x="507998" y="49"/>
                  </a:cubicBezTo>
                  <a:lnTo>
                    <a:pt x="322737" y="49"/>
                  </a:lnTo>
                </a:path>
              </a:pathLst>
            </a:custGeom>
            <a:noFill/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054B2B49-2AED-5DCC-42D3-F6A5FE8B924E}"/>
                </a:ext>
              </a:extLst>
            </p:cNvPr>
            <p:cNvSpPr/>
            <p:nvPr/>
          </p:nvSpPr>
          <p:spPr>
            <a:xfrm>
              <a:off x="7270722" y="3726963"/>
              <a:ext cx="467148" cy="311867"/>
            </a:xfrm>
            <a:custGeom>
              <a:avLst/>
              <a:gdLst>
                <a:gd name="connsiteX0" fmla="*/ 0 w 690753"/>
                <a:gd name="connsiteY0" fmla="*/ 428094 h 461145"/>
                <a:gd name="connsiteX1" fmla="*/ 199263 w 690753"/>
                <a:gd name="connsiteY1" fmla="*/ 215972 h 461145"/>
                <a:gd name="connsiteX2" fmla="*/ 251936 w 690753"/>
                <a:gd name="connsiteY2" fmla="*/ 192922 h 461145"/>
                <a:gd name="connsiteX3" fmla="*/ 555974 w 690753"/>
                <a:gd name="connsiteY3" fmla="*/ 192160 h 461145"/>
                <a:gd name="connsiteX4" fmla="*/ 453104 w 690753"/>
                <a:gd name="connsiteY4" fmla="*/ 69573 h 461145"/>
                <a:gd name="connsiteX5" fmla="*/ 461080 w 690753"/>
                <a:gd name="connsiteY5" fmla="*/ 8940 h 461145"/>
                <a:gd name="connsiteX6" fmla="*/ 519303 w 690753"/>
                <a:gd name="connsiteY6" fmla="*/ 14042 h 461145"/>
                <a:gd name="connsiteX7" fmla="*/ 681228 w 690753"/>
                <a:gd name="connsiteY7" fmla="*/ 207400 h 461145"/>
                <a:gd name="connsiteX8" fmla="*/ 682943 w 690753"/>
                <a:gd name="connsiteY8" fmla="*/ 209781 h 461145"/>
                <a:gd name="connsiteX9" fmla="*/ 684276 w 690753"/>
                <a:gd name="connsiteY9" fmla="*/ 211686 h 461145"/>
                <a:gd name="connsiteX10" fmla="*/ 687800 w 690753"/>
                <a:gd name="connsiteY10" fmla="*/ 218068 h 461145"/>
                <a:gd name="connsiteX11" fmla="*/ 688276 w 690753"/>
                <a:gd name="connsiteY11" fmla="*/ 219497 h 461145"/>
                <a:gd name="connsiteX12" fmla="*/ 690086 w 690753"/>
                <a:gd name="connsiteY12" fmla="*/ 225307 h 461145"/>
                <a:gd name="connsiteX13" fmla="*/ 690086 w 690753"/>
                <a:gd name="connsiteY13" fmla="*/ 227593 h 461145"/>
                <a:gd name="connsiteX14" fmla="*/ 690753 w 690753"/>
                <a:gd name="connsiteY14" fmla="*/ 233403 h 461145"/>
                <a:gd name="connsiteX15" fmla="*/ 690753 w 690753"/>
                <a:gd name="connsiteY15" fmla="*/ 235022 h 461145"/>
                <a:gd name="connsiteX16" fmla="*/ 690182 w 690753"/>
                <a:gd name="connsiteY16" fmla="*/ 242357 h 461145"/>
                <a:gd name="connsiteX17" fmla="*/ 689705 w 690753"/>
                <a:gd name="connsiteY17" fmla="*/ 244262 h 461145"/>
                <a:gd name="connsiteX18" fmla="*/ 688181 w 690753"/>
                <a:gd name="connsiteY18" fmla="*/ 249596 h 461145"/>
                <a:gd name="connsiteX19" fmla="*/ 687324 w 690753"/>
                <a:gd name="connsiteY19" fmla="*/ 251882 h 461145"/>
                <a:gd name="connsiteX20" fmla="*/ 686753 w 690753"/>
                <a:gd name="connsiteY20" fmla="*/ 253406 h 461145"/>
                <a:gd name="connsiteX21" fmla="*/ 684467 w 690753"/>
                <a:gd name="connsiteY21" fmla="*/ 257597 h 461145"/>
                <a:gd name="connsiteX22" fmla="*/ 683895 w 690753"/>
                <a:gd name="connsiteY22" fmla="*/ 258644 h 461145"/>
                <a:gd name="connsiteX23" fmla="*/ 679037 w 690753"/>
                <a:gd name="connsiteY23" fmla="*/ 264645 h 461145"/>
                <a:gd name="connsiteX24" fmla="*/ 679037 w 690753"/>
                <a:gd name="connsiteY24" fmla="*/ 265312 h 461145"/>
                <a:gd name="connsiteX25" fmla="*/ 507587 w 690753"/>
                <a:gd name="connsiteY25" fmla="*/ 440953 h 461145"/>
                <a:gd name="connsiteX26" fmla="*/ 446516 w 690753"/>
                <a:gd name="connsiteY26" fmla="*/ 444167 h 461145"/>
                <a:gd name="connsiteX27" fmla="*/ 443302 w 690753"/>
                <a:gd name="connsiteY27" fmla="*/ 383096 h 461145"/>
                <a:gd name="connsiteX28" fmla="*/ 445675 w 690753"/>
                <a:gd name="connsiteY28" fmla="*/ 380660 h 461145"/>
                <a:gd name="connsiteX29" fmla="*/ 545116 w 690753"/>
                <a:gd name="connsiteY29" fmla="*/ 278647 h 461145"/>
                <a:gd name="connsiteX30" fmla="*/ 257746 w 690753"/>
                <a:gd name="connsiteY30" fmla="*/ 279409 h 461145"/>
                <a:gd name="connsiteX31" fmla="*/ 89154 w 690753"/>
                <a:gd name="connsiteY31" fmla="*/ 461146 h 46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90753" h="461145">
                  <a:moveTo>
                    <a:pt x="0" y="428094"/>
                  </a:moveTo>
                  <a:lnTo>
                    <a:pt x="199263" y="215972"/>
                  </a:lnTo>
                  <a:cubicBezTo>
                    <a:pt x="212886" y="201347"/>
                    <a:pt x="231949" y="193004"/>
                    <a:pt x="251936" y="192922"/>
                  </a:cubicBezTo>
                  <a:lnTo>
                    <a:pt x="555974" y="192160"/>
                  </a:lnTo>
                  <a:lnTo>
                    <a:pt x="453104" y="69573"/>
                  </a:lnTo>
                  <a:cubicBezTo>
                    <a:pt x="438563" y="50627"/>
                    <a:pt x="442134" y="23481"/>
                    <a:pt x="461080" y="8940"/>
                  </a:cubicBezTo>
                  <a:cubicBezTo>
                    <a:pt x="478874" y="-4717"/>
                    <a:pt x="504156" y="-2501"/>
                    <a:pt x="519303" y="14042"/>
                  </a:cubicBezTo>
                  <a:lnTo>
                    <a:pt x="681228" y="207400"/>
                  </a:lnTo>
                  <a:lnTo>
                    <a:pt x="682943" y="209781"/>
                  </a:lnTo>
                  <a:cubicBezTo>
                    <a:pt x="683355" y="210438"/>
                    <a:pt x="683800" y="211074"/>
                    <a:pt x="684276" y="211686"/>
                  </a:cubicBezTo>
                  <a:cubicBezTo>
                    <a:pt x="685599" y="213728"/>
                    <a:pt x="686777" y="215861"/>
                    <a:pt x="687800" y="218068"/>
                  </a:cubicBezTo>
                  <a:cubicBezTo>
                    <a:pt x="687800" y="218068"/>
                    <a:pt x="687800" y="219020"/>
                    <a:pt x="688276" y="219497"/>
                  </a:cubicBezTo>
                  <a:cubicBezTo>
                    <a:pt x="688980" y="221401"/>
                    <a:pt x="689584" y="223340"/>
                    <a:pt x="690086" y="225307"/>
                  </a:cubicBezTo>
                  <a:cubicBezTo>
                    <a:pt x="690086" y="226069"/>
                    <a:pt x="690086" y="226831"/>
                    <a:pt x="690086" y="227593"/>
                  </a:cubicBezTo>
                  <a:cubicBezTo>
                    <a:pt x="690455" y="229510"/>
                    <a:pt x="690677" y="231452"/>
                    <a:pt x="690753" y="233403"/>
                  </a:cubicBezTo>
                  <a:cubicBezTo>
                    <a:pt x="690753" y="233975"/>
                    <a:pt x="690753" y="234451"/>
                    <a:pt x="690753" y="235022"/>
                  </a:cubicBezTo>
                  <a:cubicBezTo>
                    <a:pt x="690749" y="237478"/>
                    <a:pt x="690558" y="239930"/>
                    <a:pt x="690182" y="242357"/>
                  </a:cubicBezTo>
                  <a:cubicBezTo>
                    <a:pt x="690057" y="243000"/>
                    <a:pt x="689898" y="243636"/>
                    <a:pt x="689705" y="244262"/>
                  </a:cubicBezTo>
                  <a:cubicBezTo>
                    <a:pt x="689318" y="246072"/>
                    <a:pt x="688808" y="247854"/>
                    <a:pt x="688181" y="249596"/>
                  </a:cubicBezTo>
                  <a:lnTo>
                    <a:pt x="687324" y="251882"/>
                  </a:lnTo>
                  <a:cubicBezTo>
                    <a:pt x="687177" y="252405"/>
                    <a:pt x="686986" y="252915"/>
                    <a:pt x="686753" y="253406"/>
                  </a:cubicBezTo>
                  <a:cubicBezTo>
                    <a:pt x="686086" y="254834"/>
                    <a:pt x="685229" y="256168"/>
                    <a:pt x="684467" y="257597"/>
                  </a:cubicBezTo>
                  <a:lnTo>
                    <a:pt x="683895" y="258644"/>
                  </a:lnTo>
                  <a:cubicBezTo>
                    <a:pt x="682489" y="260808"/>
                    <a:pt x="680861" y="262819"/>
                    <a:pt x="679037" y="264645"/>
                  </a:cubicBezTo>
                  <a:lnTo>
                    <a:pt x="679037" y="265312"/>
                  </a:lnTo>
                  <a:lnTo>
                    <a:pt x="507587" y="440953"/>
                  </a:lnTo>
                  <a:cubicBezTo>
                    <a:pt x="491611" y="458705"/>
                    <a:pt x="464268" y="460144"/>
                    <a:pt x="446516" y="444167"/>
                  </a:cubicBezTo>
                  <a:cubicBezTo>
                    <a:pt x="428764" y="428191"/>
                    <a:pt x="427325" y="400848"/>
                    <a:pt x="443302" y="383096"/>
                  </a:cubicBezTo>
                  <a:cubicBezTo>
                    <a:pt x="444061" y="382253"/>
                    <a:pt x="444852" y="381440"/>
                    <a:pt x="445675" y="380660"/>
                  </a:cubicBezTo>
                  <a:lnTo>
                    <a:pt x="545116" y="278647"/>
                  </a:lnTo>
                  <a:lnTo>
                    <a:pt x="257746" y="279409"/>
                  </a:lnTo>
                  <a:lnTo>
                    <a:pt x="89154" y="461146"/>
                  </a:lnTo>
                </a:path>
              </a:pathLst>
            </a:custGeom>
            <a:noFill/>
            <a:ln w="19050" cap="flat">
              <a:solidFill>
                <a:srgbClr val="F1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0170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 0.04352 " pathEditMode="relative" rAng="0" ptsTypes="AA">
                                      <p:cBhvr>
                                        <p:cTn id="9" dur="60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7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1.875E-6 -4.44444E-6 L -1.875E-6 -0.05439 " pathEditMode="relative" rAng="0" ptsTypes="AA">
                                      <p:cBhvr>
                                        <p:cTn id="26" dur="60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3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.55112E-17 -4.44444E-6 L 5.55112E-17 -0.05439 " pathEditMode="relative" rAng="0" ptsTypes="AA">
                                      <p:cBhvr>
                                        <p:cTn id="31" dur="60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31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2.08333E-7 1.85185E-6 L -2.08333E-7 -0.0544 " pathEditMode="relative" rAng="0" ptsTypes="AA">
                                      <p:cBhvr>
                                        <p:cTn id="36" dur="600" spd="-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31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04167E-6 1.85185E-6 L 1.04167E-6 -0.0544 " pathEditMode="relative" rAng="0" ptsTypes="AA">
                                      <p:cBhvr>
                                        <p:cTn id="41" dur="60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2" grpId="1"/>
      <p:bldP spid="83" grpId="0"/>
      <p:bldP spid="83" grpId="1"/>
      <p:bldP spid="84" grpId="0"/>
      <p:bldP spid="84" grpId="1"/>
      <p:bldP spid="85" grpId="0"/>
      <p:bldP spid="8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9F485-6B54-76CF-9952-8C2C0F137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07E2C682-1207-ECEA-3829-68CCDF002404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ru" sz="4000" dirty="0"/>
              <a:t>The AI Market Analysis Challenge</a:t>
            </a:r>
            <a:endParaRPr lang="en-US" sz="4000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4083E6-FDEC-0F54-49C4-A709A4114E0A}"/>
              </a:ext>
            </a:extLst>
          </p:cNvPr>
          <p:cNvSpPr txBox="1">
            <a:spLocks/>
          </p:cNvSpPr>
          <p:nvPr/>
        </p:nvSpPr>
        <p:spPr>
          <a:xfrm>
            <a:off x="663152" y="2902568"/>
            <a:ext cx="4349489" cy="1231106"/>
          </a:xfrm>
          <a:prstGeom prst="rect">
            <a:avLst/>
          </a:prstGeom>
        </p:spPr>
        <p:txBody>
          <a:bodyPr vert="horz" wrap="square" lIns="0" tIns="60960" rIns="0" bIns="60960" rtlCol="0" anchor="t" anchorCtr="0">
            <a:spAutoFit/>
          </a:bodyPr>
          <a:lstStyle>
            <a:defPPr>
              <a:defRPr lang="en-US"/>
            </a:defPPr>
            <a:lvl1pPr defTabSz="914332">
              <a:lnSpc>
                <a:spcPct val="90000"/>
              </a:lnSpc>
              <a:spcBef>
                <a:spcPct val="0"/>
              </a:spcBef>
              <a:buNone/>
              <a:defRPr sz="3911" b="1" i="0" baseline="0">
                <a:solidFill>
                  <a:srgbClr val="FFFFFF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Amazon Ember Display Light" panose="020F0403020204020204" pitchFamily="34" charset="0"/>
                <a:ea typeface="Amazon Ember Display Light" panose="020F0403020204020204" pitchFamily="34" charset="0"/>
                <a:cs typeface="Amazon Ember Display Light" panose="020F04030202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mazon Ember Display Light" panose="020F0403020204020204" pitchFamily="34" charset="0"/>
                <a:ea typeface="Amazon Ember Display Light" panose="020F0403020204020204" pitchFamily="34" charset="0"/>
                <a:cs typeface="Amazon Ember Display Light" panose="020F04030202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Amazon Ember Display Light" panose="020F0403020204020204" pitchFamily="34" charset="0"/>
                <a:ea typeface="Amazon Ember Display Light" panose="020F0403020204020204" pitchFamily="34" charset="0"/>
                <a:cs typeface="Amazon Ember Display Light" panose="020F04030202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Amazon Ember Display Light" panose="020F0403020204020204" pitchFamily="34" charset="0"/>
                <a:ea typeface="Amazon Ember Display Light" panose="020F0403020204020204" pitchFamily="34" charset="0"/>
                <a:cs typeface="Amazon Ember Display Light" panose="020F04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Common pitfalls of AI implementation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61538AD-8FD3-BE95-BD50-CAA400D0BDA7}"/>
              </a:ext>
            </a:extLst>
          </p:cNvPr>
          <p:cNvSpPr txBox="1">
            <a:spLocks/>
          </p:cNvSpPr>
          <p:nvPr/>
        </p:nvSpPr>
        <p:spPr>
          <a:xfrm>
            <a:off x="6349994" y="2902568"/>
            <a:ext cx="5515139" cy="2319061"/>
          </a:xfrm>
          <a:prstGeom prst="rect">
            <a:avLst/>
          </a:prstGeom>
          <a:noFill/>
        </p:spPr>
        <p:txBody>
          <a:bodyPr l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Font typeface="Arial" panose="020B0604020202020204" pitchFamily="34" charset="0"/>
              <a:buNone/>
              <a:defRPr sz="2400" b="0" i="0" kern="1200" baseline="0">
                <a:solidFill>
                  <a:schemeClr val="bg1"/>
                </a:solidFill>
                <a:latin typeface="Amazon Ember Display Light" panose="020F0403020204020204" pitchFamily="34" charset="0"/>
                <a:ea typeface="Amazon Ember Display Light" panose="020F0403020204020204" pitchFamily="34" charset="0"/>
                <a:cs typeface="Amazon Ember Display Light" panose="020F04030202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Amazon Ember Display Light" panose="020F0403020204020204" pitchFamily="34" charset="0"/>
                <a:ea typeface="Amazon Ember Display Light" panose="020F0403020204020204" pitchFamily="34" charset="0"/>
                <a:cs typeface="Amazon Ember Display Light" panose="020F04030202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mazon Ember Display Light" panose="020F0403020204020204" pitchFamily="34" charset="0"/>
                <a:ea typeface="Amazon Ember Display Light" panose="020F0403020204020204" pitchFamily="34" charset="0"/>
                <a:cs typeface="Amazon Ember Display Light" panose="020F04030202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Amazon Ember Display Light" panose="020F0403020204020204" pitchFamily="34" charset="0"/>
                <a:ea typeface="Amazon Ember Display Light" panose="020F0403020204020204" pitchFamily="34" charset="0"/>
                <a:cs typeface="Amazon Ember Display Light" panose="020F04030202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Amazon Ember Display Light" panose="020F0403020204020204" pitchFamily="34" charset="0"/>
                <a:ea typeface="Amazon Ember Display Light" panose="020F0403020204020204" pitchFamily="34" charset="0"/>
                <a:cs typeface="Amazon Ember Display Light" panose="020F04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Over-reliance on black-box models</a:t>
            </a:r>
            <a:endParaRPr lang="ru-RU" dirty="0">
              <a:solidFill>
                <a:schemeClr val="tx1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  <a:p>
            <a:pPr>
              <a:spcAft>
                <a:spcPts val="1200"/>
              </a:spcAft>
            </a:pPr>
            <a:endParaRPr lang="ru-RU" dirty="0">
              <a:solidFill>
                <a:schemeClr val="tx1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Insufficient data validation</a:t>
            </a:r>
            <a:endParaRPr lang="ru-RU" dirty="0">
              <a:solidFill>
                <a:schemeClr val="tx1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  <a:p>
            <a:pPr>
              <a:spcAft>
                <a:spcPts val="1200"/>
              </a:spcAft>
            </a:pPr>
            <a:endParaRPr lang="en-US" dirty="0">
              <a:solidFill>
                <a:schemeClr val="tx1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  <a:p>
            <a:pPr defTabSz="722479"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Poor integration with existing systems</a:t>
            </a:r>
            <a:endParaRPr lang="ru-RU" dirty="0">
              <a:solidFill>
                <a:schemeClr val="tx1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  <a:p>
            <a:pPr defTabSz="722479">
              <a:spcAft>
                <a:spcPts val="1200"/>
              </a:spcAft>
            </a:pPr>
            <a:endParaRPr lang="en-US" dirty="0">
              <a:solidFill>
                <a:schemeClr val="tx1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  <a:p>
            <a:pPr defTabSz="722479"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Neglecting calculation accuracy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B6C8CFE-076F-CA2D-2E50-91A7B539EC45}"/>
              </a:ext>
            </a:extLst>
          </p:cNvPr>
          <p:cNvCxnSpPr>
            <a:cxnSpLocks/>
            <a:stCxn id="68" idx="0"/>
            <a:endCxn id="86" idx="4"/>
          </p:cNvCxnSpPr>
          <p:nvPr/>
        </p:nvCxnSpPr>
        <p:spPr>
          <a:xfrm>
            <a:off x="5791527" y="2124354"/>
            <a:ext cx="46471" cy="3862208"/>
          </a:xfrm>
          <a:prstGeom prst="line">
            <a:avLst/>
          </a:prstGeom>
          <a:noFill/>
          <a:ln w="25400">
            <a:gradFill>
              <a:gsLst>
                <a:gs pos="0">
                  <a:srgbClr val="FE5A85"/>
                </a:gs>
                <a:gs pos="100000">
                  <a:srgbClr val="EC1AEC"/>
                </a:gs>
              </a:gsLst>
              <a:lin ang="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3B6A363-0C8B-64E0-1A0E-52310351A91E}"/>
              </a:ext>
            </a:extLst>
          </p:cNvPr>
          <p:cNvGrpSpPr/>
          <p:nvPr/>
        </p:nvGrpSpPr>
        <p:grpSpPr>
          <a:xfrm>
            <a:off x="5433997" y="3175512"/>
            <a:ext cx="715060" cy="715060"/>
            <a:chOff x="4270400" y="5661544"/>
            <a:chExt cx="715060" cy="715060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E6C3864E-F80C-B650-6E23-F35210C3BB89}"/>
                </a:ext>
              </a:extLst>
            </p:cNvPr>
            <p:cNvGrpSpPr/>
            <p:nvPr/>
          </p:nvGrpSpPr>
          <p:grpSpPr>
            <a:xfrm>
              <a:off x="4270400" y="5661544"/>
              <a:ext cx="715060" cy="715060"/>
              <a:chOff x="5333299" y="710098"/>
              <a:chExt cx="536295" cy="536295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E50D8402-3501-8D93-B61B-8EB00BF38A04}"/>
                  </a:ext>
                </a:extLst>
              </p:cNvPr>
              <p:cNvSpPr/>
              <p:nvPr/>
            </p:nvSpPr>
            <p:spPr>
              <a:xfrm>
                <a:off x="5508868" y="885668"/>
                <a:ext cx="185159" cy="185159"/>
              </a:xfrm>
              <a:prstGeom prst="ellipse">
                <a:avLst/>
              </a:prstGeom>
              <a:solidFill>
                <a:srgbClr val="9FFDEA"/>
              </a:solidFill>
              <a:ln w="22225">
                <a:solidFill>
                  <a:srgbClr val="212E3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 defTabSz="914354">
                  <a:defRPr/>
                </a:pPr>
                <a:endParaRPr lang="en-US" sz="1351" dirty="0">
                  <a:solidFill>
                    <a:srgbClr val="000000"/>
                  </a:solidFill>
                  <a:latin typeface="Amazon Ember Display" panose="020F0603020204020204" pitchFamily="34" charset="0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825DE9D-B650-6F1D-DC64-8D30D058A519}"/>
                  </a:ext>
                </a:extLst>
              </p:cNvPr>
              <p:cNvSpPr/>
              <p:nvPr/>
            </p:nvSpPr>
            <p:spPr>
              <a:xfrm>
                <a:off x="5333299" y="710098"/>
                <a:ext cx="536295" cy="536295"/>
              </a:xfrm>
              <a:prstGeom prst="ellipse">
                <a:avLst/>
              </a:prstGeom>
              <a:solidFill>
                <a:srgbClr val="212E3E"/>
              </a:solidFill>
              <a:ln w="28575">
                <a:solidFill>
                  <a:srgbClr val="FE5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0960" tIns="60960" rIns="60960" rtlCol="0" anchor="ctr"/>
              <a:lstStyle/>
              <a:p>
                <a:pPr algn="ctr" defTabSz="914354">
                  <a:defRPr/>
                </a:pPr>
                <a:endParaRPr lang="en-US" sz="2400" dirty="0">
                  <a:solidFill>
                    <a:srgbClr val="000000"/>
                  </a:solidFill>
                  <a:latin typeface="Amazon Ember Display" panose="020F0603020204020204" pitchFamily="34" charset="0"/>
                </a:endParaRPr>
              </a:p>
            </p:txBody>
          </p:sp>
        </p:grpSp>
        <p:sp>
          <p:nvSpPr>
            <p:cNvPr id="90" name="Freeform 3">
              <a:extLst>
                <a:ext uri="{FF2B5EF4-FFF2-40B4-BE49-F238E27FC236}">
                  <a16:creationId xmlns:a16="http://schemas.microsoft.com/office/drawing/2014/main" id="{9E4982E4-15F3-CC3A-4E93-4E7E6F3B906A}"/>
                </a:ext>
              </a:extLst>
            </p:cNvPr>
            <p:cNvSpPr/>
            <p:nvPr/>
          </p:nvSpPr>
          <p:spPr>
            <a:xfrm>
              <a:off x="4375123" y="5858939"/>
              <a:ext cx="505613" cy="320269"/>
            </a:xfrm>
            <a:custGeom>
              <a:avLst/>
              <a:gdLst>
                <a:gd name="connsiteX0" fmla="*/ 737711 w 1182528"/>
                <a:gd name="connsiteY0" fmla="*/ 221838 h 674996"/>
                <a:gd name="connsiteX1" fmla="*/ 691515 w 1182528"/>
                <a:gd name="connsiteY1" fmla="*/ 267817 h 674996"/>
                <a:gd name="connsiteX2" fmla="*/ 737711 w 1182528"/>
                <a:gd name="connsiteY2" fmla="*/ 313796 h 674996"/>
                <a:gd name="connsiteX3" fmla="*/ 783907 w 1182528"/>
                <a:gd name="connsiteY3" fmla="*/ 267817 h 674996"/>
                <a:gd name="connsiteX4" fmla="*/ 737711 w 1182528"/>
                <a:gd name="connsiteY4" fmla="*/ 221838 h 674996"/>
                <a:gd name="connsiteX5" fmla="*/ 419576 w 1182528"/>
                <a:gd name="connsiteY5" fmla="*/ 221838 h 674996"/>
                <a:gd name="connsiteX6" fmla="*/ 373380 w 1182528"/>
                <a:gd name="connsiteY6" fmla="*/ 267817 h 674996"/>
                <a:gd name="connsiteX7" fmla="*/ 419576 w 1182528"/>
                <a:gd name="connsiteY7" fmla="*/ 313796 h 674996"/>
                <a:gd name="connsiteX8" fmla="*/ 465772 w 1182528"/>
                <a:gd name="connsiteY8" fmla="*/ 267817 h 674996"/>
                <a:gd name="connsiteX9" fmla="*/ 419576 w 1182528"/>
                <a:gd name="connsiteY9" fmla="*/ 221838 h 674996"/>
                <a:gd name="connsiteX10" fmla="*/ 737711 w 1182528"/>
                <a:gd name="connsiteY10" fmla="*/ 198137 h 674996"/>
                <a:gd name="connsiteX11" fmla="*/ 807720 w 1182528"/>
                <a:gd name="connsiteY11" fmla="*/ 267817 h 674996"/>
                <a:gd name="connsiteX12" fmla="*/ 737711 w 1182528"/>
                <a:gd name="connsiteY12" fmla="*/ 337497 h 674996"/>
                <a:gd name="connsiteX13" fmla="*/ 667702 w 1182528"/>
                <a:gd name="connsiteY13" fmla="*/ 267817 h 674996"/>
                <a:gd name="connsiteX14" fmla="*/ 737711 w 1182528"/>
                <a:gd name="connsiteY14" fmla="*/ 198137 h 674996"/>
                <a:gd name="connsiteX15" fmla="*/ 419576 w 1182528"/>
                <a:gd name="connsiteY15" fmla="*/ 198137 h 674996"/>
                <a:gd name="connsiteX16" fmla="*/ 489585 w 1182528"/>
                <a:gd name="connsiteY16" fmla="*/ 267817 h 674996"/>
                <a:gd name="connsiteX17" fmla="*/ 419576 w 1182528"/>
                <a:gd name="connsiteY17" fmla="*/ 337497 h 674996"/>
                <a:gd name="connsiteX18" fmla="*/ 349567 w 1182528"/>
                <a:gd name="connsiteY18" fmla="*/ 267817 h 674996"/>
                <a:gd name="connsiteX19" fmla="*/ 419576 w 1182528"/>
                <a:gd name="connsiteY19" fmla="*/ 198137 h 674996"/>
                <a:gd name="connsiteX20" fmla="*/ 1070133 w 1182528"/>
                <a:gd name="connsiteY20" fmla="*/ 186572 h 674996"/>
                <a:gd name="connsiteX21" fmla="*/ 1070133 w 1182528"/>
                <a:gd name="connsiteY21" fmla="*/ 488518 h 674996"/>
                <a:gd name="connsiteX22" fmla="*/ 1091469 w 1182528"/>
                <a:gd name="connsiteY22" fmla="*/ 488518 h 674996"/>
                <a:gd name="connsiteX23" fmla="*/ 1091469 w 1182528"/>
                <a:gd name="connsiteY23" fmla="*/ 488519 h 674996"/>
                <a:gd name="connsiteX24" fmla="*/ 1158716 w 1182528"/>
                <a:gd name="connsiteY24" fmla="*/ 488519 h 674996"/>
                <a:gd name="connsiteX25" fmla="*/ 1158716 w 1182528"/>
                <a:gd name="connsiteY25" fmla="*/ 186572 h 674996"/>
                <a:gd name="connsiteX26" fmla="*/ 1073929 w 1182528"/>
                <a:gd name="connsiteY26" fmla="*/ 186572 h 674996"/>
                <a:gd name="connsiteX27" fmla="*/ 23813 w 1182528"/>
                <a:gd name="connsiteY27" fmla="*/ 186477 h 674996"/>
                <a:gd name="connsiteX28" fmla="*/ 23813 w 1182528"/>
                <a:gd name="connsiteY28" fmla="*/ 488424 h 674996"/>
                <a:gd name="connsiteX29" fmla="*/ 108600 w 1182528"/>
                <a:gd name="connsiteY29" fmla="*/ 488424 h 674996"/>
                <a:gd name="connsiteX30" fmla="*/ 110013 w 1182528"/>
                <a:gd name="connsiteY30" fmla="*/ 488424 h 674996"/>
                <a:gd name="connsiteX31" fmla="*/ 110013 w 1182528"/>
                <a:gd name="connsiteY31" fmla="*/ 186477 h 674996"/>
                <a:gd name="connsiteX32" fmla="*/ 91059 w 1182528"/>
                <a:gd name="connsiteY32" fmla="*/ 186477 h 674996"/>
                <a:gd name="connsiteX33" fmla="*/ 140969 w 1182528"/>
                <a:gd name="connsiteY33" fmla="*/ 23701 h 674996"/>
                <a:gd name="connsiteX34" fmla="*/ 133826 w 1182528"/>
                <a:gd name="connsiteY34" fmla="*/ 30811 h 674996"/>
                <a:gd name="connsiteX35" fmla="*/ 133826 w 1182528"/>
                <a:gd name="connsiteY35" fmla="*/ 644185 h 674996"/>
                <a:gd name="connsiteX36" fmla="*/ 140969 w 1182528"/>
                <a:gd name="connsiteY36" fmla="*/ 651295 h 674996"/>
                <a:gd name="connsiteX37" fmla="*/ 282416 w 1182528"/>
                <a:gd name="connsiteY37" fmla="*/ 651295 h 674996"/>
                <a:gd name="connsiteX38" fmla="*/ 846772 w 1182528"/>
                <a:gd name="connsiteY38" fmla="*/ 651295 h 674996"/>
                <a:gd name="connsiteX39" fmla="*/ 1039177 w 1182528"/>
                <a:gd name="connsiteY39" fmla="*/ 651295 h 674996"/>
                <a:gd name="connsiteX40" fmla="*/ 1046321 w 1182528"/>
                <a:gd name="connsiteY40" fmla="*/ 644185 h 674996"/>
                <a:gd name="connsiteX41" fmla="*/ 1046321 w 1182528"/>
                <a:gd name="connsiteY41" fmla="*/ 30811 h 674996"/>
                <a:gd name="connsiteX42" fmla="*/ 1039177 w 1182528"/>
                <a:gd name="connsiteY42" fmla="*/ 23701 h 674996"/>
                <a:gd name="connsiteX43" fmla="*/ 846772 w 1182528"/>
                <a:gd name="connsiteY43" fmla="*/ 23701 h 674996"/>
                <a:gd name="connsiteX44" fmla="*/ 140969 w 1182528"/>
                <a:gd name="connsiteY44" fmla="*/ 0 h 674996"/>
                <a:gd name="connsiteX45" fmla="*/ 846772 w 1182528"/>
                <a:gd name="connsiteY45" fmla="*/ 0 h 674996"/>
                <a:gd name="connsiteX46" fmla="*/ 1039177 w 1182528"/>
                <a:gd name="connsiteY46" fmla="*/ 0 h 674996"/>
                <a:gd name="connsiteX47" fmla="*/ 1070133 w 1182528"/>
                <a:gd name="connsiteY47" fmla="*/ 30811 h 674996"/>
                <a:gd name="connsiteX48" fmla="*/ 1070133 w 1182528"/>
                <a:gd name="connsiteY48" fmla="*/ 162871 h 674996"/>
                <a:gd name="connsiteX49" fmla="*/ 1163478 w 1182528"/>
                <a:gd name="connsiteY49" fmla="*/ 162871 h 674996"/>
                <a:gd name="connsiteX50" fmla="*/ 1182528 w 1182528"/>
                <a:gd name="connsiteY50" fmla="*/ 184202 h 674996"/>
                <a:gd name="connsiteX51" fmla="*/ 1182528 w 1182528"/>
                <a:gd name="connsiteY51" fmla="*/ 490889 h 674996"/>
                <a:gd name="connsiteX52" fmla="*/ 1163478 w 1182528"/>
                <a:gd name="connsiteY52" fmla="*/ 512219 h 674996"/>
                <a:gd name="connsiteX53" fmla="*/ 1091469 w 1182528"/>
                <a:gd name="connsiteY53" fmla="*/ 512219 h 674996"/>
                <a:gd name="connsiteX54" fmla="*/ 1070133 w 1182528"/>
                <a:gd name="connsiteY54" fmla="*/ 512219 h 674996"/>
                <a:gd name="connsiteX55" fmla="*/ 1070133 w 1182528"/>
                <a:gd name="connsiteY55" fmla="*/ 644185 h 674996"/>
                <a:gd name="connsiteX56" fmla="*/ 1039177 w 1182528"/>
                <a:gd name="connsiteY56" fmla="*/ 674996 h 674996"/>
                <a:gd name="connsiteX57" fmla="*/ 846772 w 1182528"/>
                <a:gd name="connsiteY57" fmla="*/ 674996 h 674996"/>
                <a:gd name="connsiteX58" fmla="*/ 282416 w 1182528"/>
                <a:gd name="connsiteY58" fmla="*/ 674996 h 674996"/>
                <a:gd name="connsiteX59" fmla="*/ 140969 w 1182528"/>
                <a:gd name="connsiteY59" fmla="*/ 674996 h 674996"/>
                <a:gd name="connsiteX60" fmla="*/ 110013 w 1182528"/>
                <a:gd name="connsiteY60" fmla="*/ 644185 h 674996"/>
                <a:gd name="connsiteX61" fmla="*/ 110013 w 1182528"/>
                <a:gd name="connsiteY61" fmla="*/ 512219 h 674996"/>
                <a:gd name="connsiteX62" fmla="*/ 19050 w 1182528"/>
                <a:gd name="connsiteY62" fmla="*/ 512219 h 674996"/>
                <a:gd name="connsiteX63" fmla="*/ 0 w 1182528"/>
                <a:gd name="connsiteY63" fmla="*/ 490889 h 674996"/>
                <a:gd name="connsiteX64" fmla="*/ 0 w 1182528"/>
                <a:gd name="connsiteY64" fmla="*/ 184107 h 674996"/>
                <a:gd name="connsiteX65" fmla="*/ 19050 w 1182528"/>
                <a:gd name="connsiteY65" fmla="*/ 162776 h 674996"/>
                <a:gd name="connsiteX66" fmla="*/ 91059 w 1182528"/>
                <a:gd name="connsiteY66" fmla="*/ 162776 h 674996"/>
                <a:gd name="connsiteX67" fmla="*/ 110013 w 1182528"/>
                <a:gd name="connsiteY67" fmla="*/ 162776 h 674996"/>
                <a:gd name="connsiteX68" fmla="*/ 110013 w 1182528"/>
                <a:gd name="connsiteY68" fmla="*/ 30811 h 674996"/>
                <a:gd name="connsiteX69" fmla="*/ 140969 w 1182528"/>
                <a:gd name="connsiteY69" fmla="*/ 0 h 67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182528" h="674996">
                  <a:moveTo>
                    <a:pt x="737711" y="221838"/>
                  </a:moveTo>
                  <a:cubicBezTo>
                    <a:pt x="712279" y="221838"/>
                    <a:pt x="691515" y="242505"/>
                    <a:pt x="691515" y="267817"/>
                  </a:cubicBezTo>
                  <a:cubicBezTo>
                    <a:pt x="691515" y="293129"/>
                    <a:pt x="712279" y="313796"/>
                    <a:pt x="737711" y="313796"/>
                  </a:cubicBezTo>
                  <a:cubicBezTo>
                    <a:pt x="763143" y="313796"/>
                    <a:pt x="783907" y="293129"/>
                    <a:pt x="783907" y="267817"/>
                  </a:cubicBezTo>
                  <a:cubicBezTo>
                    <a:pt x="783907" y="242505"/>
                    <a:pt x="763143" y="221838"/>
                    <a:pt x="737711" y="221838"/>
                  </a:cubicBezTo>
                  <a:close/>
                  <a:moveTo>
                    <a:pt x="419576" y="221838"/>
                  </a:moveTo>
                  <a:cubicBezTo>
                    <a:pt x="394144" y="221838"/>
                    <a:pt x="373380" y="242505"/>
                    <a:pt x="373380" y="267817"/>
                  </a:cubicBezTo>
                  <a:cubicBezTo>
                    <a:pt x="373380" y="293129"/>
                    <a:pt x="394144" y="313796"/>
                    <a:pt x="419576" y="313796"/>
                  </a:cubicBezTo>
                  <a:cubicBezTo>
                    <a:pt x="445008" y="313796"/>
                    <a:pt x="465772" y="293129"/>
                    <a:pt x="465772" y="267817"/>
                  </a:cubicBezTo>
                  <a:cubicBezTo>
                    <a:pt x="465772" y="242505"/>
                    <a:pt x="445008" y="221838"/>
                    <a:pt x="419576" y="221838"/>
                  </a:cubicBezTo>
                  <a:close/>
                  <a:moveTo>
                    <a:pt x="737711" y="198137"/>
                  </a:moveTo>
                  <a:cubicBezTo>
                    <a:pt x="776287" y="198137"/>
                    <a:pt x="807720" y="229422"/>
                    <a:pt x="807720" y="267817"/>
                  </a:cubicBezTo>
                  <a:cubicBezTo>
                    <a:pt x="807720" y="306212"/>
                    <a:pt x="776287" y="337497"/>
                    <a:pt x="737711" y="337497"/>
                  </a:cubicBezTo>
                  <a:cubicBezTo>
                    <a:pt x="699135" y="337497"/>
                    <a:pt x="667702" y="306212"/>
                    <a:pt x="667702" y="267817"/>
                  </a:cubicBezTo>
                  <a:cubicBezTo>
                    <a:pt x="667702" y="229422"/>
                    <a:pt x="699135" y="198137"/>
                    <a:pt x="737711" y="198137"/>
                  </a:cubicBezTo>
                  <a:close/>
                  <a:moveTo>
                    <a:pt x="419576" y="198137"/>
                  </a:moveTo>
                  <a:cubicBezTo>
                    <a:pt x="458152" y="198137"/>
                    <a:pt x="489585" y="229422"/>
                    <a:pt x="489585" y="267817"/>
                  </a:cubicBezTo>
                  <a:cubicBezTo>
                    <a:pt x="489585" y="306212"/>
                    <a:pt x="458152" y="337497"/>
                    <a:pt x="419576" y="337497"/>
                  </a:cubicBezTo>
                  <a:cubicBezTo>
                    <a:pt x="380999" y="337497"/>
                    <a:pt x="349567" y="306212"/>
                    <a:pt x="349567" y="267817"/>
                  </a:cubicBezTo>
                  <a:cubicBezTo>
                    <a:pt x="349567" y="229422"/>
                    <a:pt x="380999" y="198137"/>
                    <a:pt x="419576" y="198137"/>
                  </a:cubicBezTo>
                  <a:close/>
                  <a:moveTo>
                    <a:pt x="1070133" y="186572"/>
                  </a:moveTo>
                  <a:lnTo>
                    <a:pt x="1070133" y="488518"/>
                  </a:lnTo>
                  <a:lnTo>
                    <a:pt x="1091469" y="488518"/>
                  </a:lnTo>
                  <a:lnTo>
                    <a:pt x="1091469" y="488519"/>
                  </a:lnTo>
                  <a:lnTo>
                    <a:pt x="1158716" y="488519"/>
                  </a:lnTo>
                  <a:lnTo>
                    <a:pt x="1158716" y="186572"/>
                  </a:lnTo>
                  <a:cubicBezTo>
                    <a:pt x="1158716" y="186572"/>
                    <a:pt x="1102191" y="186572"/>
                    <a:pt x="1073929" y="186572"/>
                  </a:cubicBezTo>
                  <a:close/>
                  <a:moveTo>
                    <a:pt x="23813" y="186477"/>
                  </a:moveTo>
                  <a:lnTo>
                    <a:pt x="23813" y="488424"/>
                  </a:lnTo>
                  <a:cubicBezTo>
                    <a:pt x="23813" y="488424"/>
                    <a:pt x="80337" y="488424"/>
                    <a:pt x="108600" y="488424"/>
                  </a:cubicBezTo>
                  <a:lnTo>
                    <a:pt x="110013" y="488424"/>
                  </a:lnTo>
                  <a:lnTo>
                    <a:pt x="110013" y="186477"/>
                  </a:lnTo>
                  <a:lnTo>
                    <a:pt x="91059" y="186477"/>
                  </a:lnTo>
                  <a:close/>
                  <a:moveTo>
                    <a:pt x="140969" y="23701"/>
                  </a:moveTo>
                  <a:cubicBezTo>
                    <a:pt x="137064" y="23701"/>
                    <a:pt x="133826" y="26924"/>
                    <a:pt x="133826" y="30811"/>
                  </a:cubicBezTo>
                  <a:lnTo>
                    <a:pt x="133826" y="644185"/>
                  </a:lnTo>
                  <a:cubicBezTo>
                    <a:pt x="133826" y="648072"/>
                    <a:pt x="137064" y="651295"/>
                    <a:pt x="140969" y="651295"/>
                  </a:cubicBezTo>
                  <a:lnTo>
                    <a:pt x="282416" y="651295"/>
                  </a:lnTo>
                  <a:lnTo>
                    <a:pt x="846772" y="651295"/>
                  </a:lnTo>
                  <a:lnTo>
                    <a:pt x="1039177" y="651295"/>
                  </a:lnTo>
                  <a:cubicBezTo>
                    <a:pt x="1043082" y="651295"/>
                    <a:pt x="1046321" y="648072"/>
                    <a:pt x="1046321" y="644185"/>
                  </a:cubicBezTo>
                  <a:lnTo>
                    <a:pt x="1046321" y="30811"/>
                  </a:lnTo>
                  <a:cubicBezTo>
                    <a:pt x="1046321" y="26924"/>
                    <a:pt x="1043082" y="23701"/>
                    <a:pt x="1039177" y="23701"/>
                  </a:cubicBezTo>
                  <a:lnTo>
                    <a:pt x="846772" y="23701"/>
                  </a:lnTo>
                  <a:close/>
                  <a:moveTo>
                    <a:pt x="140969" y="0"/>
                  </a:moveTo>
                  <a:lnTo>
                    <a:pt x="846772" y="0"/>
                  </a:lnTo>
                  <a:lnTo>
                    <a:pt x="1039177" y="0"/>
                  </a:lnTo>
                  <a:cubicBezTo>
                    <a:pt x="1056227" y="0"/>
                    <a:pt x="1070133" y="13841"/>
                    <a:pt x="1070133" y="30811"/>
                  </a:cubicBezTo>
                  <a:lnTo>
                    <a:pt x="1070133" y="162871"/>
                  </a:lnTo>
                  <a:lnTo>
                    <a:pt x="1163478" y="162871"/>
                  </a:lnTo>
                  <a:cubicBezTo>
                    <a:pt x="1174146" y="162871"/>
                    <a:pt x="1182528" y="172256"/>
                    <a:pt x="1182528" y="184202"/>
                  </a:cubicBezTo>
                  <a:lnTo>
                    <a:pt x="1182528" y="490889"/>
                  </a:lnTo>
                  <a:cubicBezTo>
                    <a:pt x="1182528" y="502834"/>
                    <a:pt x="1174146" y="512219"/>
                    <a:pt x="1163478" y="512219"/>
                  </a:cubicBezTo>
                  <a:lnTo>
                    <a:pt x="1091469" y="512219"/>
                  </a:lnTo>
                  <a:lnTo>
                    <a:pt x="1070133" y="512219"/>
                  </a:lnTo>
                  <a:lnTo>
                    <a:pt x="1070133" y="644185"/>
                  </a:lnTo>
                  <a:cubicBezTo>
                    <a:pt x="1070133" y="661155"/>
                    <a:pt x="1056227" y="674996"/>
                    <a:pt x="1039177" y="674996"/>
                  </a:cubicBezTo>
                  <a:lnTo>
                    <a:pt x="846772" y="674996"/>
                  </a:lnTo>
                  <a:lnTo>
                    <a:pt x="282416" y="674996"/>
                  </a:lnTo>
                  <a:lnTo>
                    <a:pt x="140969" y="674996"/>
                  </a:lnTo>
                  <a:cubicBezTo>
                    <a:pt x="123920" y="674996"/>
                    <a:pt x="110013" y="661155"/>
                    <a:pt x="110013" y="644185"/>
                  </a:cubicBezTo>
                  <a:lnTo>
                    <a:pt x="110013" y="512219"/>
                  </a:lnTo>
                  <a:lnTo>
                    <a:pt x="19050" y="512219"/>
                  </a:lnTo>
                  <a:cubicBezTo>
                    <a:pt x="8382" y="512219"/>
                    <a:pt x="0" y="502834"/>
                    <a:pt x="0" y="490889"/>
                  </a:cubicBezTo>
                  <a:lnTo>
                    <a:pt x="0" y="184107"/>
                  </a:lnTo>
                  <a:cubicBezTo>
                    <a:pt x="0" y="172161"/>
                    <a:pt x="8382" y="162776"/>
                    <a:pt x="19050" y="162776"/>
                  </a:cubicBezTo>
                  <a:lnTo>
                    <a:pt x="91059" y="162776"/>
                  </a:lnTo>
                  <a:lnTo>
                    <a:pt x="110013" y="162776"/>
                  </a:lnTo>
                  <a:lnTo>
                    <a:pt x="110013" y="30811"/>
                  </a:lnTo>
                  <a:cubicBezTo>
                    <a:pt x="110013" y="13841"/>
                    <a:pt x="123920" y="0"/>
                    <a:pt x="14096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A0F1B3E-19F4-06E3-9D0D-55CF35B5BFE3}"/>
              </a:ext>
            </a:extLst>
          </p:cNvPr>
          <p:cNvGrpSpPr/>
          <p:nvPr/>
        </p:nvGrpSpPr>
        <p:grpSpPr>
          <a:xfrm>
            <a:off x="5433997" y="2124354"/>
            <a:ext cx="715060" cy="715060"/>
            <a:chOff x="4971076" y="4062098"/>
            <a:chExt cx="715060" cy="715060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EABCF14-302B-AA99-62E1-E2F3C76E9BE8}"/>
                </a:ext>
              </a:extLst>
            </p:cNvPr>
            <p:cNvGrpSpPr/>
            <p:nvPr/>
          </p:nvGrpSpPr>
          <p:grpSpPr>
            <a:xfrm>
              <a:off x="4971076" y="4062098"/>
              <a:ext cx="715060" cy="715060"/>
              <a:chOff x="5333299" y="710098"/>
              <a:chExt cx="536295" cy="536295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5ECD5AF6-5D82-6BF2-19CE-47E514D3A6C9}"/>
                  </a:ext>
                </a:extLst>
              </p:cNvPr>
              <p:cNvSpPr/>
              <p:nvPr/>
            </p:nvSpPr>
            <p:spPr>
              <a:xfrm>
                <a:off x="5508868" y="885668"/>
                <a:ext cx="185159" cy="185159"/>
              </a:xfrm>
              <a:prstGeom prst="ellipse">
                <a:avLst/>
              </a:prstGeom>
              <a:solidFill>
                <a:srgbClr val="9FFDEA"/>
              </a:solidFill>
              <a:ln w="22225">
                <a:solidFill>
                  <a:srgbClr val="212E3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 defTabSz="914354">
                  <a:defRPr/>
                </a:pPr>
                <a:endParaRPr lang="en-US" sz="1351" dirty="0">
                  <a:solidFill>
                    <a:srgbClr val="000000"/>
                  </a:solidFill>
                  <a:latin typeface="Amazon Ember Display" panose="020F0603020204020204" pitchFamily="34" charset="0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9B650B1-3C01-4F2A-CC17-2869E6E74ABF}"/>
                  </a:ext>
                </a:extLst>
              </p:cNvPr>
              <p:cNvSpPr/>
              <p:nvPr/>
            </p:nvSpPr>
            <p:spPr>
              <a:xfrm>
                <a:off x="5333299" y="710098"/>
                <a:ext cx="536295" cy="536295"/>
              </a:xfrm>
              <a:prstGeom prst="ellipse">
                <a:avLst/>
              </a:prstGeom>
              <a:solidFill>
                <a:srgbClr val="212E3E"/>
              </a:solidFill>
              <a:ln w="28575">
                <a:solidFill>
                  <a:srgbClr val="FE5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0960" tIns="60960" rIns="60960" rtlCol="0" anchor="ctr"/>
              <a:lstStyle/>
              <a:p>
                <a:pPr algn="ctr" defTabSz="914354">
                  <a:defRPr/>
                </a:pPr>
                <a:endParaRPr lang="en-US" sz="2400" dirty="0">
                  <a:solidFill>
                    <a:srgbClr val="000000"/>
                  </a:solidFill>
                  <a:latin typeface="Amazon Ember Display" panose="020F0603020204020204" pitchFamily="34" charset="0"/>
                </a:endParaRPr>
              </a:p>
            </p:txBody>
          </p:sp>
        </p:grpSp>
        <p:sp>
          <p:nvSpPr>
            <p:cNvPr id="91" name="Freeform 3">
              <a:extLst>
                <a:ext uri="{FF2B5EF4-FFF2-40B4-BE49-F238E27FC236}">
                  <a16:creationId xmlns:a16="http://schemas.microsoft.com/office/drawing/2014/main" id="{03F6C4A3-D52D-776E-163F-B37868ACDE97}"/>
                </a:ext>
              </a:extLst>
            </p:cNvPr>
            <p:cNvSpPr/>
            <p:nvPr/>
          </p:nvSpPr>
          <p:spPr>
            <a:xfrm>
              <a:off x="5076987" y="4259493"/>
              <a:ext cx="505613" cy="320269"/>
            </a:xfrm>
            <a:custGeom>
              <a:avLst/>
              <a:gdLst>
                <a:gd name="connsiteX0" fmla="*/ 737711 w 1182528"/>
                <a:gd name="connsiteY0" fmla="*/ 221838 h 674996"/>
                <a:gd name="connsiteX1" fmla="*/ 691515 w 1182528"/>
                <a:gd name="connsiteY1" fmla="*/ 267817 h 674996"/>
                <a:gd name="connsiteX2" fmla="*/ 737711 w 1182528"/>
                <a:gd name="connsiteY2" fmla="*/ 313796 h 674996"/>
                <a:gd name="connsiteX3" fmla="*/ 783907 w 1182528"/>
                <a:gd name="connsiteY3" fmla="*/ 267817 h 674996"/>
                <a:gd name="connsiteX4" fmla="*/ 737711 w 1182528"/>
                <a:gd name="connsiteY4" fmla="*/ 221838 h 674996"/>
                <a:gd name="connsiteX5" fmla="*/ 419576 w 1182528"/>
                <a:gd name="connsiteY5" fmla="*/ 221838 h 674996"/>
                <a:gd name="connsiteX6" fmla="*/ 373380 w 1182528"/>
                <a:gd name="connsiteY6" fmla="*/ 267817 h 674996"/>
                <a:gd name="connsiteX7" fmla="*/ 419576 w 1182528"/>
                <a:gd name="connsiteY7" fmla="*/ 313796 h 674996"/>
                <a:gd name="connsiteX8" fmla="*/ 465772 w 1182528"/>
                <a:gd name="connsiteY8" fmla="*/ 267817 h 674996"/>
                <a:gd name="connsiteX9" fmla="*/ 419576 w 1182528"/>
                <a:gd name="connsiteY9" fmla="*/ 221838 h 674996"/>
                <a:gd name="connsiteX10" fmla="*/ 737711 w 1182528"/>
                <a:gd name="connsiteY10" fmla="*/ 198137 h 674996"/>
                <a:gd name="connsiteX11" fmla="*/ 807720 w 1182528"/>
                <a:gd name="connsiteY11" fmla="*/ 267817 h 674996"/>
                <a:gd name="connsiteX12" fmla="*/ 737711 w 1182528"/>
                <a:gd name="connsiteY12" fmla="*/ 337497 h 674996"/>
                <a:gd name="connsiteX13" fmla="*/ 667702 w 1182528"/>
                <a:gd name="connsiteY13" fmla="*/ 267817 h 674996"/>
                <a:gd name="connsiteX14" fmla="*/ 737711 w 1182528"/>
                <a:gd name="connsiteY14" fmla="*/ 198137 h 674996"/>
                <a:gd name="connsiteX15" fmla="*/ 419576 w 1182528"/>
                <a:gd name="connsiteY15" fmla="*/ 198137 h 674996"/>
                <a:gd name="connsiteX16" fmla="*/ 489585 w 1182528"/>
                <a:gd name="connsiteY16" fmla="*/ 267817 h 674996"/>
                <a:gd name="connsiteX17" fmla="*/ 419576 w 1182528"/>
                <a:gd name="connsiteY17" fmla="*/ 337497 h 674996"/>
                <a:gd name="connsiteX18" fmla="*/ 349567 w 1182528"/>
                <a:gd name="connsiteY18" fmla="*/ 267817 h 674996"/>
                <a:gd name="connsiteX19" fmla="*/ 419576 w 1182528"/>
                <a:gd name="connsiteY19" fmla="*/ 198137 h 674996"/>
                <a:gd name="connsiteX20" fmla="*/ 1070133 w 1182528"/>
                <a:gd name="connsiteY20" fmla="*/ 186572 h 674996"/>
                <a:gd name="connsiteX21" fmla="*/ 1070133 w 1182528"/>
                <a:gd name="connsiteY21" fmla="*/ 488518 h 674996"/>
                <a:gd name="connsiteX22" fmla="*/ 1091469 w 1182528"/>
                <a:gd name="connsiteY22" fmla="*/ 488518 h 674996"/>
                <a:gd name="connsiteX23" fmla="*/ 1091469 w 1182528"/>
                <a:gd name="connsiteY23" fmla="*/ 488519 h 674996"/>
                <a:gd name="connsiteX24" fmla="*/ 1158716 w 1182528"/>
                <a:gd name="connsiteY24" fmla="*/ 488519 h 674996"/>
                <a:gd name="connsiteX25" fmla="*/ 1158716 w 1182528"/>
                <a:gd name="connsiteY25" fmla="*/ 186572 h 674996"/>
                <a:gd name="connsiteX26" fmla="*/ 1073929 w 1182528"/>
                <a:gd name="connsiteY26" fmla="*/ 186572 h 674996"/>
                <a:gd name="connsiteX27" fmla="*/ 23813 w 1182528"/>
                <a:gd name="connsiteY27" fmla="*/ 186477 h 674996"/>
                <a:gd name="connsiteX28" fmla="*/ 23813 w 1182528"/>
                <a:gd name="connsiteY28" fmla="*/ 488424 h 674996"/>
                <a:gd name="connsiteX29" fmla="*/ 108600 w 1182528"/>
                <a:gd name="connsiteY29" fmla="*/ 488424 h 674996"/>
                <a:gd name="connsiteX30" fmla="*/ 110013 w 1182528"/>
                <a:gd name="connsiteY30" fmla="*/ 488424 h 674996"/>
                <a:gd name="connsiteX31" fmla="*/ 110013 w 1182528"/>
                <a:gd name="connsiteY31" fmla="*/ 186477 h 674996"/>
                <a:gd name="connsiteX32" fmla="*/ 91059 w 1182528"/>
                <a:gd name="connsiteY32" fmla="*/ 186477 h 674996"/>
                <a:gd name="connsiteX33" fmla="*/ 140969 w 1182528"/>
                <a:gd name="connsiteY33" fmla="*/ 23701 h 674996"/>
                <a:gd name="connsiteX34" fmla="*/ 133826 w 1182528"/>
                <a:gd name="connsiteY34" fmla="*/ 30811 h 674996"/>
                <a:gd name="connsiteX35" fmla="*/ 133826 w 1182528"/>
                <a:gd name="connsiteY35" fmla="*/ 644185 h 674996"/>
                <a:gd name="connsiteX36" fmla="*/ 140969 w 1182528"/>
                <a:gd name="connsiteY36" fmla="*/ 651295 h 674996"/>
                <a:gd name="connsiteX37" fmla="*/ 282416 w 1182528"/>
                <a:gd name="connsiteY37" fmla="*/ 651295 h 674996"/>
                <a:gd name="connsiteX38" fmla="*/ 846772 w 1182528"/>
                <a:gd name="connsiteY38" fmla="*/ 651295 h 674996"/>
                <a:gd name="connsiteX39" fmla="*/ 1039177 w 1182528"/>
                <a:gd name="connsiteY39" fmla="*/ 651295 h 674996"/>
                <a:gd name="connsiteX40" fmla="*/ 1046321 w 1182528"/>
                <a:gd name="connsiteY40" fmla="*/ 644185 h 674996"/>
                <a:gd name="connsiteX41" fmla="*/ 1046321 w 1182528"/>
                <a:gd name="connsiteY41" fmla="*/ 30811 h 674996"/>
                <a:gd name="connsiteX42" fmla="*/ 1039177 w 1182528"/>
                <a:gd name="connsiteY42" fmla="*/ 23701 h 674996"/>
                <a:gd name="connsiteX43" fmla="*/ 846772 w 1182528"/>
                <a:gd name="connsiteY43" fmla="*/ 23701 h 674996"/>
                <a:gd name="connsiteX44" fmla="*/ 140969 w 1182528"/>
                <a:gd name="connsiteY44" fmla="*/ 0 h 674996"/>
                <a:gd name="connsiteX45" fmla="*/ 846772 w 1182528"/>
                <a:gd name="connsiteY45" fmla="*/ 0 h 674996"/>
                <a:gd name="connsiteX46" fmla="*/ 1039177 w 1182528"/>
                <a:gd name="connsiteY46" fmla="*/ 0 h 674996"/>
                <a:gd name="connsiteX47" fmla="*/ 1070133 w 1182528"/>
                <a:gd name="connsiteY47" fmla="*/ 30811 h 674996"/>
                <a:gd name="connsiteX48" fmla="*/ 1070133 w 1182528"/>
                <a:gd name="connsiteY48" fmla="*/ 162871 h 674996"/>
                <a:gd name="connsiteX49" fmla="*/ 1163478 w 1182528"/>
                <a:gd name="connsiteY49" fmla="*/ 162871 h 674996"/>
                <a:gd name="connsiteX50" fmla="*/ 1182528 w 1182528"/>
                <a:gd name="connsiteY50" fmla="*/ 184202 h 674996"/>
                <a:gd name="connsiteX51" fmla="*/ 1182528 w 1182528"/>
                <a:gd name="connsiteY51" fmla="*/ 490889 h 674996"/>
                <a:gd name="connsiteX52" fmla="*/ 1163478 w 1182528"/>
                <a:gd name="connsiteY52" fmla="*/ 512219 h 674996"/>
                <a:gd name="connsiteX53" fmla="*/ 1091469 w 1182528"/>
                <a:gd name="connsiteY53" fmla="*/ 512219 h 674996"/>
                <a:gd name="connsiteX54" fmla="*/ 1070133 w 1182528"/>
                <a:gd name="connsiteY54" fmla="*/ 512219 h 674996"/>
                <a:gd name="connsiteX55" fmla="*/ 1070133 w 1182528"/>
                <a:gd name="connsiteY55" fmla="*/ 644185 h 674996"/>
                <a:gd name="connsiteX56" fmla="*/ 1039177 w 1182528"/>
                <a:gd name="connsiteY56" fmla="*/ 674996 h 674996"/>
                <a:gd name="connsiteX57" fmla="*/ 846772 w 1182528"/>
                <a:gd name="connsiteY57" fmla="*/ 674996 h 674996"/>
                <a:gd name="connsiteX58" fmla="*/ 282416 w 1182528"/>
                <a:gd name="connsiteY58" fmla="*/ 674996 h 674996"/>
                <a:gd name="connsiteX59" fmla="*/ 140969 w 1182528"/>
                <a:gd name="connsiteY59" fmla="*/ 674996 h 674996"/>
                <a:gd name="connsiteX60" fmla="*/ 110013 w 1182528"/>
                <a:gd name="connsiteY60" fmla="*/ 644185 h 674996"/>
                <a:gd name="connsiteX61" fmla="*/ 110013 w 1182528"/>
                <a:gd name="connsiteY61" fmla="*/ 512219 h 674996"/>
                <a:gd name="connsiteX62" fmla="*/ 19050 w 1182528"/>
                <a:gd name="connsiteY62" fmla="*/ 512219 h 674996"/>
                <a:gd name="connsiteX63" fmla="*/ 0 w 1182528"/>
                <a:gd name="connsiteY63" fmla="*/ 490889 h 674996"/>
                <a:gd name="connsiteX64" fmla="*/ 0 w 1182528"/>
                <a:gd name="connsiteY64" fmla="*/ 184107 h 674996"/>
                <a:gd name="connsiteX65" fmla="*/ 19050 w 1182528"/>
                <a:gd name="connsiteY65" fmla="*/ 162776 h 674996"/>
                <a:gd name="connsiteX66" fmla="*/ 91059 w 1182528"/>
                <a:gd name="connsiteY66" fmla="*/ 162776 h 674996"/>
                <a:gd name="connsiteX67" fmla="*/ 110013 w 1182528"/>
                <a:gd name="connsiteY67" fmla="*/ 162776 h 674996"/>
                <a:gd name="connsiteX68" fmla="*/ 110013 w 1182528"/>
                <a:gd name="connsiteY68" fmla="*/ 30811 h 674996"/>
                <a:gd name="connsiteX69" fmla="*/ 140969 w 1182528"/>
                <a:gd name="connsiteY69" fmla="*/ 0 h 67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182528" h="674996">
                  <a:moveTo>
                    <a:pt x="737711" y="221838"/>
                  </a:moveTo>
                  <a:cubicBezTo>
                    <a:pt x="712279" y="221838"/>
                    <a:pt x="691515" y="242505"/>
                    <a:pt x="691515" y="267817"/>
                  </a:cubicBezTo>
                  <a:cubicBezTo>
                    <a:pt x="691515" y="293129"/>
                    <a:pt x="712279" y="313796"/>
                    <a:pt x="737711" y="313796"/>
                  </a:cubicBezTo>
                  <a:cubicBezTo>
                    <a:pt x="763143" y="313796"/>
                    <a:pt x="783907" y="293129"/>
                    <a:pt x="783907" y="267817"/>
                  </a:cubicBezTo>
                  <a:cubicBezTo>
                    <a:pt x="783907" y="242505"/>
                    <a:pt x="763143" y="221838"/>
                    <a:pt x="737711" y="221838"/>
                  </a:cubicBezTo>
                  <a:close/>
                  <a:moveTo>
                    <a:pt x="419576" y="221838"/>
                  </a:moveTo>
                  <a:cubicBezTo>
                    <a:pt x="394144" y="221838"/>
                    <a:pt x="373380" y="242505"/>
                    <a:pt x="373380" y="267817"/>
                  </a:cubicBezTo>
                  <a:cubicBezTo>
                    <a:pt x="373380" y="293129"/>
                    <a:pt x="394144" y="313796"/>
                    <a:pt x="419576" y="313796"/>
                  </a:cubicBezTo>
                  <a:cubicBezTo>
                    <a:pt x="445008" y="313796"/>
                    <a:pt x="465772" y="293129"/>
                    <a:pt x="465772" y="267817"/>
                  </a:cubicBezTo>
                  <a:cubicBezTo>
                    <a:pt x="465772" y="242505"/>
                    <a:pt x="445008" y="221838"/>
                    <a:pt x="419576" y="221838"/>
                  </a:cubicBezTo>
                  <a:close/>
                  <a:moveTo>
                    <a:pt x="737711" y="198137"/>
                  </a:moveTo>
                  <a:cubicBezTo>
                    <a:pt x="776287" y="198137"/>
                    <a:pt x="807720" y="229422"/>
                    <a:pt x="807720" y="267817"/>
                  </a:cubicBezTo>
                  <a:cubicBezTo>
                    <a:pt x="807720" y="306212"/>
                    <a:pt x="776287" y="337497"/>
                    <a:pt x="737711" y="337497"/>
                  </a:cubicBezTo>
                  <a:cubicBezTo>
                    <a:pt x="699135" y="337497"/>
                    <a:pt x="667702" y="306212"/>
                    <a:pt x="667702" y="267817"/>
                  </a:cubicBezTo>
                  <a:cubicBezTo>
                    <a:pt x="667702" y="229422"/>
                    <a:pt x="699135" y="198137"/>
                    <a:pt x="737711" y="198137"/>
                  </a:cubicBezTo>
                  <a:close/>
                  <a:moveTo>
                    <a:pt x="419576" y="198137"/>
                  </a:moveTo>
                  <a:cubicBezTo>
                    <a:pt x="458152" y="198137"/>
                    <a:pt x="489585" y="229422"/>
                    <a:pt x="489585" y="267817"/>
                  </a:cubicBezTo>
                  <a:cubicBezTo>
                    <a:pt x="489585" y="306212"/>
                    <a:pt x="458152" y="337497"/>
                    <a:pt x="419576" y="337497"/>
                  </a:cubicBezTo>
                  <a:cubicBezTo>
                    <a:pt x="380999" y="337497"/>
                    <a:pt x="349567" y="306212"/>
                    <a:pt x="349567" y="267817"/>
                  </a:cubicBezTo>
                  <a:cubicBezTo>
                    <a:pt x="349567" y="229422"/>
                    <a:pt x="380999" y="198137"/>
                    <a:pt x="419576" y="198137"/>
                  </a:cubicBezTo>
                  <a:close/>
                  <a:moveTo>
                    <a:pt x="1070133" y="186572"/>
                  </a:moveTo>
                  <a:lnTo>
                    <a:pt x="1070133" y="488518"/>
                  </a:lnTo>
                  <a:lnTo>
                    <a:pt x="1091469" y="488518"/>
                  </a:lnTo>
                  <a:lnTo>
                    <a:pt x="1091469" y="488519"/>
                  </a:lnTo>
                  <a:lnTo>
                    <a:pt x="1158716" y="488519"/>
                  </a:lnTo>
                  <a:lnTo>
                    <a:pt x="1158716" y="186572"/>
                  </a:lnTo>
                  <a:cubicBezTo>
                    <a:pt x="1158716" y="186572"/>
                    <a:pt x="1102191" y="186572"/>
                    <a:pt x="1073929" y="186572"/>
                  </a:cubicBezTo>
                  <a:close/>
                  <a:moveTo>
                    <a:pt x="23813" y="186477"/>
                  </a:moveTo>
                  <a:lnTo>
                    <a:pt x="23813" y="488424"/>
                  </a:lnTo>
                  <a:cubicBezTo>
                    <a:pt x="23813" y="488424"/>
                    <a:pt x="80337" y="488424"/>
                    <a:pt x="108600" y="488424"/>
                  </a:cubicBezTo>
                  <a:lnTo>
                    <a:pt x="110013" y="488424"/>
                  </a:lnTo>
                  <a:lnTo>
                    <a:pt x="110013" y="186477"/>
                  </a:lnTo>
                  <a:lnTo>
                    <a:pt x="91059" y="186477"/>
                  </a:lnTo>
                  <a:close/>
                  <a:moveTo>
                    <a:pt x="140969" y="23701"/>
                  </a:moveTo>
                  <a:cubicBezTo>
                    <a:pt x="137064" y="23701"/>
                    <a:pt x="133826" y="26924"/>
                    <a:pt x="133826" y="30811"/>
                  </a:cubicBezTo>
                  <a:lnTo>
                    <a:pt x="133826" y="644185"/>
                  </a:lnTo>
                  <a:cubicBezTo>
                    <a:pt x="133826" y="648072"/>
                    <a:pt x="137064" y="651295"/>
                    <a:pt x="140969" y="651295"/>
                  </a:cubicBezTo>
                  <a:lnTo>
                    <a:pt x="282416" y="651295"/>
                  </a:lnTo>
                  <a:lnTo>
                    <a:pt x="846772" y="651295"/>
                  </a:lnTo>
                  <a:lnTo>
                    <a:pt x="1039177" y="651295"/>
                  </a:lnTo>
                  <a:cubicBezTo>
                    <a:pt x="1043082" y="651295"/>
                    <a:pt x="1046321" y="648072"/>
                    <a:pt x="1046321" y="644185"/>
                  </a:cubicBezTo>
                  <a:lnTo>
                    <a:pt x="1046321" y="30811"/>
                  </a:lnTo>
                  <a:cubicBezTo>
                    <a:pt x="1046321" y="26924"/>
                    <a:pt x="1043082" y="23701"/>
                    <a:pt x="1039177" y="23701"/>
                  </a:cubicBezTo>
                  <a:lnTo>
                    <a:pt x="846772" y="23701"/>
                  </a:lnTo>
                  <a:close/>
                  <a:moveTo>
                    <a:pt x="140969" y="0"/>
                  </a:moveTo>
                  <a:lnTo>
                    <a:pt x="846772" y="0"/>
                  </a:lnTo>
                  <a:lnTo>
                    <a:pt x="1039177" y="0"/>
                  </a:lnTo>
                  <a:cubicBezTo>
                    <a:pt x="1056227" y="0"/>
                    <a:pt x="1070133" y="13841"/>
                    <a:pt x="1070133" y="30811"/>
                  </a:cubicBezTo>
                  <a:lnTo>
                    <a:pt x="1070133" y="162871"/>
                  </a:lnTo>
                  <a:lnTo>
                    <a:pt x="1163478" y="162871"/>
                  </a:lnTo>
                  <a:cubicBezTo>
                    <a:pt x="1174146" y="162871"/>
                    <a:pt x="1182528" y="172256"/>
                    <a:pt x="1182528" y="184202"/>
                  </a:cubicBezTo>
                  <a:lnTo>
                    <a:pt x="1182528" y="490889"/>
                  </a:lnTo>
                  <a:cubicBezTo>
                    <a:pt x="1182528" y="502834"/>
                    <a:pt x="1174146" y="512219"/>
                    <a:pt x="1163478" y="512219"/>
                  </a:cubicBezTo>
                  <a:lnTo>
                    <a:pt x="1091469" y="512219"/>
                  </a:lnTo>
                  <a:lnTo>
                    <a:pt x="1070133" y="512219"/>
                  </a:lnTo>
                  <a:lnTo>
                    <a:pt x="1070133" y="644185"/>
                  </a:lnTo>
                  <a:cubicBezTo>
                    <a:pt x="1070133" y="661155"/>
                    <a:pt x="1056227" y="674996"/>
                    <a:pt x="1039177" y="674996"/>
                  </a:cubicBezTo>
                  <a:lnTo>
                    <a:pt x="846772" y="674996"/>
                  </a:lnTo>
                  <a:lnTo>
                    <a:pt x="282416" y="674996"/>
                  </a:lnTo>
                  <a:lnTo>
                    <a:pt x="140969" y="674996"/>
                  </a:lnTo>
                  <a:cubicBezTo>
                    <a:pt x="123920" y="674996"/>
                    <a:pt x="110013" y="661155"/>
                    <a:pt x="110013" y="644185"/>
                  </a:cubicBezTo>
                  <a:lnTo>
                    <a:pt x="110013" y="512219"/>
                  </a:lnTo>
                  <a:lnTo>
                    <a:pt x="19050" y="512219"/>
                  </a:lnTo>
                  <a:cubicBezTo>
                    <a:pt x="8382" y="512219"/>
                    <a:pt x="0" y="502834"/>
                    <a:pt x="0" y="490889"/>
                  </a:cubicBezTo>
                  <a:lnTo>
                    <a:pt x="0" y="184107"/>
                  </a:lnTo>
                  <a:cubicBezTo>
                    <a:pt x="0" y="172161"/>
                    <a:pt x="8382" y="162776"/>
                    <a:pt x="19050" y="162776"/>
                  </a:cubicBezTo>
                  <a:lnTo>
                    <a:pt x="91059" y="162776"/>
                  </a:lnTo>
                  <a:lnTo>
                    <a:pt x="110013" y="162776"/>
                  </a:lnTo>
                  <a:lnTo>
                    <a:pt x="110013" y="30811"/>
                  </a:lnTo>
                  <a:cubicBezTo>
                    <a:pt x="110013" y="13841"/>
                    <a:pt x="123920" y="0"/>
                    <a:pt x="14096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03A8042-6C69-6262-7BA7-C248B2C836E2}"/>
              </a:ext>
            </a:extLst>
          </p:cNvPr>
          <p:cNvGrpSpPr/>
          <p:nvPr/>
        </p:nvGrpSpPr>
        <p:grpSpPr>
          <a:xfrm>
            <a:off x="5457232" y="4223507"/>
            <a:ext cx="715060" cy="715060"/>
            <a:chOff x="3451934" y="4815850"/>
            <a:chExt cx="715060" cy="71506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D90C905-B4A1-EC05-FBA2-1C62927F8397}"/>
                </a:ext>
              </a:extLst>
            </p:cNvPr>
            <p:cNvSpPr/>
            <p:nvPr/>
          </p:nvSpPr>
          <p:spPr>
            <a:xfrm>
              <a:off x="3451934" y="4815850"/>
              <a:ext cx="715060" cy="715060"/>
            </a:xfrm>
            <a:prstGeom prst="ellipse">
              <a:avLst/>
            </a:prstGeom>
            <a:solidFill>
              <a:srgbClr val="212E3E"/>
            </a:solidFill>
            <a:ln w="28575">
              <a:solidFill>
                <a:srgbClr val="F741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0960" tIns="60960" rIns="60960" rtlCol="0" anchor="ctr"/>
            <a:lstStyle/>
            <a:p>
              <a:pPr algn="ctr" defTabSz="914354">
                <a:defRPr/>
              </a:pPr>
              <a:endParaRPr lang="en-US" sz="2400" dirty="0">
                <a:solidFill>
                  <a:srgbClr val="000000"/>
                </a:solidFill>
                <a:latin typeface="Amazon Ember Display" panose="020F0603020204020204" pitchFamily="34" charset="0"/>
              </a:endParaRPr>
            </a:p>
          </p:txBody>
        </p:sp>
        <p:sp>
          <p:nvSpPr>
            <p:cNvPr id="92" name="Freeform 3">
              <a:extLst>
                <a:ext uri="{FF2B5EF4-FFF2-40B4-BE49-F238E27FC236}">
                  <a16:creationId xmlns:a16="http://schemas.microsoft.com/office/drawing/2014/main" id="{8B6BB69F-D815-7B18-D0A8-3D344EB8781A}"/>
                </a:ext>
              </a:extLst>
            </p:cNvPr>
            <p:cNvSpPr/>
            <p:nvPr/>
          </p:nvSpPr>
          <p:spPr>
            <a:xfrm>
              <a:off x="3556657" y="5013245"/>
              <a:ext cx="505613" cy="320269"/>
            </a:xfrm>
            <a:custGeom>
              <a:avLst/>
              <a:gdLst>
                <a:gd name="connsiteX0" fmla="*/ 737711 w 1182528"/>
                <a:gd name="connsiteY0" fmla="*/ 221838 h 674996"/>
                <a:gd name="connsiteX1" fmla="*/ 691515 w 1182528"/>
                <a:gd name="connsiteY1" fmla="*/ 267817 h 674996"/>
                <a:gd name="connsiteX2" fmla="*/ 737711 w 1182528"/>
                <a:gd name="connsiteY2" fmla="*/ 313796 h 674996"/>
                <a:gd name="connsiteX3" fmla="*/ 783907 w 1182528"/>
                <a:gd name="connsiteY3" fmla="*/ 267817 h 674996"/>
                <a:gd name="connsiteX4" fmla="*/ 737711 w 1182528"/>
                <a:gd name="connsiteY4" fmla="*/ 221838 h 674996"/>
                <a:gd name="connsiteX5" fmla="*/ 419576 w 1182528"/>
                <a:gd name="connsiteY5" fmla="*/ 221838 h 674996"/>
                <a:gd name="connsiteX6" fmla="*/ 373380 w 1182528"/>
                <a:gd name="connsiteY6" fmla="*/ 267817 h 674996"/>
                <a:gd name="connsiteX7" fmla="*/ 419576 w 1182528"/>
                <a:gd name="connsiteY7" fmla="*/ 313796 h 674996"/>
                <a:gd name="connsiteX8" fmla="*/ 465772 w 1182528"/>
                <a:gd name="connsiteY8" fmla="*/ 267817 h 674996"/>
                <a:gd name="connsiteX9" fmla="*/ 419576 w 1182528"/>
                <a:gd name="connsiteY9" fmla="*/ 221838 h 674996"/>
                <a:gd name="connsiteX10" fmla="*/ 737711 w 1182528"/>
                <a:gd name="connsiteY10" fmla="*/ 198137 h 674996"/>
                <a:gd name="connsiteX11" fmla="*/ 807720 w 1182528"/>
                <a:gd name="connsiteY11" fmla="*/ 267817 h 674996"/>
                <a:gd name="connsiteX12" fmla="*/ 737711 w 1182528"/>
                <a:gd name="connsiteY12" fmla="*/ 337497 h 674996"/>
                <a:gd name="connsiteX13" fmla="*/ 667702 w 1182528"/>
                <a:gd name="connsiteY13" fmla="*/ 267817 h 674996"/>
                <a:gd name="connsiteX14" fmla="*/ 737711 w 1182528"/>
                <a:gd name="connsiteY14" fmla="*/ 198137 h 674996"/>
                <a:gd name="connsiteX15" fmla="*/ 419576 w 1182528"/>
                <a:gd name="connsiteY15" fmla="*/ 198137 h 674996"/>
                <a:gd name="connsiteX16" fmla="*/ 489585 w 1182528"/>
                <a:gd name="connsiteY16" fmla="*/ 267817 h 674996"/>
                <a:gd name="connsiteX17" fmla="*/ 419576 w 1182528"/>
                <a:gd name="connsiteY17" fmla="*/ 337497 h 674996"/>
                <a:gd name="connsiteX18" fmla="*/ 349567 w 1182528"/>
                <a:gd name="connsiteY18" fmla="*/ 267817 h 674996"/>
                <a:gd name="connsiteX19" fmla="*/ 419576 w 1182528"/>
                <a:gd name="connsiteY19" fmla="*/ 198137 h 674996"/>
                <a:gd name="connsiteX20" fmla="*/ 1070133 w 1182528"/>
                <a:gd name="connsiteY20" fmla="*/ 186572 h 674996"/>
                <a:gd name="connsiteX21" fmla="*/ 1070133 w 1182528"/>
                <a:gd name="connsiteY21" fmla="*/ 488518 h 674996"/>
                <a:gd name="connsiteX22" fmla="*/ 1091469 w 1182528"/>
                <a:gd name="connsiteY22" fmla="*/ 488518 h 674996"/>
                <a:gd name="connsiteX23" fmla="*/ 1091469 w 1182528"/>
                <a:gd name="connsiteY23" fmla="*/ 488519 h 674996"/>
                <a:gd name="connsiteX24" fmla="*/ 1158716 w 1182528"/>
                <a:gd name="connsiteY24" fmla="*/ 488519 h 674996"/>
                <a:gd name="connsiteX25" fmla="*/ 1158716 w 1182528"/>
                <a:gd name="connsiteY25" fmla="*/ 186572 h 674996"/>
                <a:gd name="connsiteX26" fmla="*/ 1073929 w 1182528"/>
                <a:gd name="connsiteY26" fmla="*/ 186572 h 674996"/>
                <a:gd name="connsiteX27" fmla="*/ 23813 w 1182528"/>
                <a:gd name="connsiteY27" fmla="*/ 186477 h 674996"/>
                <a:gd name="connsiteX28" fmla="*/ 23813 w 1182528"/>
                <a:gd name="connsiteY28" fmla="*/ 488424 h 674996"/>
                <a:gd name="connsiteX29" fmla="*/ 108600 w 1182528"/>
                <a:gd name="connsiteY29" fmla="*/ 488424 h 674996"/>
                <a:gd name="connsiteX30" fmla="*/ 110013 w 1182528"/>
                <a:gd name="connsiteY30" fmla="*/ 488424 h 674996"/>
                <a:gd name="connsiteX31" fmla="*/ 110013 w 1182528"/>
                <a:gd name="connsiteY31" fmla="*/ 186477 h 674996"/>
                <a:gd name="connsiteX32" fmla="*/ 91059 w 1182528"/>
                <a:gd name="connsiteY32" fmla="*/ 186477 h 674996"/>
                <a:gd name="connsiteX33" fmla="*/ 140969 w 1182528"/>
                <a:gd name="connsiteY33" fmla="*/ 23701 h 674996"/>
                <a:gd name="connsiteX34" fmla="*/ 133826 w 1182528"/>
                <a:gd name="connsiteY34" fmla="*/ 30811 h 674996"/>
                <a:gd name="connsiteX35" fmla="*/ 133826 w 1182528"/>
                <a:gd name="connsiteY35" fmla="*/ 644185 h 674996"/>
                <a:gd name="connsiteX36" fmla="*/ 140969 w 1182528"/>
                <a:gd name="connsiteY36" fmla="*/ 651295 h 674996"/>
                <a:gd name="connsiteX37" fmla="*/ 282416 w 1182528"/>
                <a:gd name="connsiteY37" fmla="*/ 651295 h 674996"/>
                <a:gd name="connsiteX38" fmla="*/ 846772 w 1182528"/>
                <a:gd name="connsiteY38" fmla="*/ 651295 h 674996"/>
                <a:gd name="connsiteX39" fmla="*/ 1039177 w 1182528"/>
                <a:gd name="connsiteY39" fmla="*/ 651295 h 674996"/>
                <a:gd name="connsiteX40" fmla="*/ 1046321 w 1182528"/>
                <a:gd name="connsiteY40" fmla="*/ 644185 h 674996"/>
                <a:gd name="connsiteX41" fmla="*/ 1046321 w 1182528"/>
                <a:gd name="connsiteY41" fmla="*/ 30811 h 674996"/>
                <a:gd name="connsiteX42" fmla="*/ 1039177 w 1182528"/>
                <a:gd name="connsiteY42" fmla="*/ 23701 h 674996"/>
                <a:gd name="connsiteX43" fmla="*/ 846772 w 1182528"/>
                <a:gd name="connsiteY43" fmla="*/ 23701 h 674996"/>
                <a:gd name="connsiteX44" fmla="*/ 140969 w 1182528"/>
                <a:gd name="connsiteY44" fmla="*/ 0 h 674996"/>
                <a:gd name="connsiteX45" fmla="*/ 846772 w 1182528"/>
                <a:gd name="connsiteY45" fmla="*/ 0 h 674996"/>
                <a:gd name="connsiteX46" fmla="*/ 1039177 w 1182528"/>
                <a:gd name="connsiteY46" fmla="*/ 0 h 674996"/>
                <a:gd name="connsiteX47" fmla="*/ 1070133 w 1182528"/>
                <a:gd name="connsiteY47" fmla="*/ 30811 h 674996"/>
                <a:gd name="connsiteX48" fmla="*/ 1070133 w 1182528"/>
                <a:gd name="connsiteY48" fmla="*/ 162871 h 674996"/>
                <a:gd name="connsiteX49" fmla="*/ 1163478 w 1182528"/>
                <a:gd name="connsiteY49" fmla="*/ 162871 h 674996"/>
                <a:gd name="connsiteX50" fmla="*/ 1182528 w 1182528"/>
                <a:gd name="connsiteY50" fmla="*/ 184202 h 674996"/>
                <a:gd name="connsiteX51" fmla="*/ 1182528 w 1182528"/>
                <a:gd name="connsiteY51" fmla="*/ 490889 h 674996"/>
                <a:gd name="connsiteX52" fmla="*/ 1163478 w 1182528"/>
                <a:gd name="connsiteY52" fmla="*/ 512219 h 674996"/>
                <a:gd name="connsiteX53" fmla="*/ 1091469 w 1182528"/>
                <a:gd name="connsiteY53" fmla="*/ 512219 h 674996"/>
                <a:gd name="connsiteX54" fmla="*/ 1070133 w 1182528"/>
                <a:gd name="connsiteY54" fmla="*/ 512219 h 674996"/>
                <a:gd name="connsiteX55" fmla="*/ 1070133 w 1182528"/>
                <a:gd name="connsiteY55" fmla="*/ 644185 h 674996"/>
                <a:gd name="connsiteX56" fmla="*/ 1039177 w 1182528"/>
                <a:gd name="connsiteY56" fmla="*/ 674996 h 674996"/>
                <a:gd name="connsiteX57" fmla="*/ 846772 w 1182528"/>
                <a:gd name="connsiteY57" fmla="*/ 674996 h 674996"/>
                <a:gd name="connsiteX58" fmla="*/ 282416 w 1182528"/>
                <a:gd name="connsiteY58" fmla="*/ 674996 h 674996"/>
                <a:gd name="connsiteX59" fmla="*/ 140969 w 1182528"/>
                <a:gd name="connsiteY59" fmla="*/ 674996 h 674996"/>
                <a:gd name="connsiteX60" fmla="*/ 110013 w 1182528"/>
                <a:gd name="connsiteY60" fmla="*/ 644185 h 674996"/>
                <a:gd name="connsiteX61" fmla="*/ 110013 w 1182528"/>
                <a:gd name="connsiteY61" fmla="*/ 512219 h 674996"/>
                <a:gd name="connsiteX62" fmla="*/ 19050 w 1182528"/>
                <a:gd name="connsiteY62" fmla="*/ 512219 h 674996"/>
                <a:gd name="connsiteX63" fmla="*/ 0 w 1182528"/>
                <a:gd name="connsiteY63" fmla="*/ 490889 h 674996"/>
                <a:gd name="connsiteX64" fmla="*/ 0 w 1182528"/>
                <a:gd name="connsiteY64" fmla="*/ 184107 h 674996"/>
                <a:gd name="connsiteX65" fmla="*/ 19050 w 1182528"/>
                <a:gd name="connsiteY65" fmla="*/ 162776 h 674996"/>
                <a:gd name="connsiteX66" fmla="*/ 91059 w 1182528"/>
                <a:gd name="connsiteY66" fmla="*/ 162776 h 674996"/>
                <a:gd name="connsiteX67" fmla="*/ 110013 w 1182528"/>
                <a:gd name="connsiteY67" fmla="*/ 162776 h 674996"/>
                <a:gd name="connsiteX68" fmla="*/ 110013 w 1182528"/>
                <a:gd name="connsiteY68" fmla="*/ 30811 h 674996"/>
                <a:gd name="connsiteX69" fmla="*/ 140969 w 1182528"/>
                <a:gd name="connsiteY69" fmla="*/ 0 h 67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182528" h="674996">
                  <a:moveTo>
                    <a:pt x="737711" y="221838"/>
                  </a:moveTo>
                  <a:cubicBezTo>
                    <a:pt x="712279" y="221838"/>
                    <a:pt x="691515" y="242505"/>
                    <a:pt x="691515" y="267817"/>
                  </a:cubicBezTo>
                  <a:cubicBezTo>
                    <a:pt x="691515" y="293129"/>
                    <a:pt x="712279" y="313796"/>
                    <a:pt x="737711" y="313796"/>
                  </a:cubicBezTo>
                  <a:cubicBezTo>
                    <a:pt x="763143" y="313796"/>
                    <a:pt x="783907" y="293129"/>
                    <a:pt x="783907" y="267817"/>
                  </a:cubicBezTo>
                  <a:cubicBezTo>
                    <a:pt x="783907" y="242505"/>
                    <a:pt x="763143" y="221838"/>
                    <a:pt x="737711" y="221838"/>
                  </a:cubicBezTo>
                  <a:close/>
                  <a:moveTo>
                    <a:pt x="419576" y="221838"/>
                  </a:moveTo>
                  <a:cubicBezTo>
                    <a:pt x="394144" y="221838"/>
                    <a:pt x="373380" y="242505"/>
                    <a:pt x="373380" y="267817"/>
                  </a:cubicBezTo>
                  <a:cubicBezTo>
                    <a:pt x="373380" y="293129"/>
                    <a:pt x="394144" y="313796"/>
                    <a:pt x="419576" y="313796"/>
                  </a:cubicBezTo>
                  <a:cubicBezTo>
                    <a:pt x="445008" y="313796"/>
                    <a:pt x="465772" y="293129"/>
                    <a:pt x="465772" y="267817"/>
                  </a:cubicBezTo>
                  <a:cubicBezTo>
                    <a:pt x="465772" y="242505"/>
                    <a:pt x="445008" y="221838"/>
                    <a:pt x="419576" y="221838"/>
                  </a:cubicBezTo>
                  <a:close/>
                  <a:moveTo>
                    <a:pt x="737711" y="198137"/>
                  </a:moveTo>
                  <a:cubicBezTo>
                    <a:pt x="776287" y="198137"/>
                    <a:pt x="807720" y="229422"/>
                    <a:pt x="807720" y="267817"/>
                  </a:cubicBezTo>
                  <a:cubicBezTo>
                    <a:pt x="807720" y="306212"/>
                    <a:pt x="776287" y="337497"/>
                    <a:pt x="737711" y="337497"/>
                  </a:cubicBezTo>
                  <a:cubicBezTo>
                    <a:pt x="699135" y="337497"/>
                    <a:pt x="667702" y="306212"/>
                    <a:pt x="667702" y="267817"/>
                  </a:cubicBezTo>
                  <a:cubicBezTo>
                    <a:pt x="667702" y="229422"/>
                    <a:pt x="699135" y="198137"/>
                    <a:pt x="737711" y="198137"/>
                  </a:cubicBezTo>
                  <a:close/>
                  <a:moveTo>
                    <a:pt x="419576" y="198137"/>
                  </a:moveTo>
                  <a:cubicBezTo>
                    <a:pt x="458152" y="198137"/>
                    <a:pt x="489585" y="229422"/>
                    <a:pt x="489585" y="267817"/>
                  </a:cubicBezTo>
                  <a:cubicBezTo>
                    <a:pt x="489585" y="306212"/>
                    <a:pt x="458152" y="337497"/>
                    <a:pt x="419576" y="337497"/>
                  </a:cubicBezTo>
                  <a:cubicBezTo>
                    <a:pt x="380999" y="337497"/>
                    <a:pt x="349567" y="306212"/>
                    <a:pt x="349567" y="267817"/>
                  </a:cubicBezTo>
                  <a:cubicBezTo>
                    <a:pt x="349567" y="229422"/>
                    <a:pt x="380999" y="198137"/>
                    <a:pt x="419576" y="198137"/>
                  </a:cubicBezTo>
                  <a:close/>
                  <a:moveTo>
                    <a:pt x="1070133" y="186572"/>
                  </a:moveTo>
                  <a:lnTo>
                    <a:pt x="1070133" y="488518"/>
                  </a:lnTo>
                  <a:lnTo>
                    <a:pt x="1091469" y="488518"/>
                  </a:lnTo>
                  <a:lnTo>
                    <a:pt x="1091469" y="488519"/>
                  </a:lnTo>
                  <a:lnTo>
                    <a:pt x="1158716" y="488519"/>
                  </a:lnTo>
                  <a:lnTo>
                    <a:pt x="1158716" y="186572"/>
                  </a:lnTo>
                  <a:cubicBezTo>
                    <a:pt x="1158716" y="186572"/>
                    <a:pt x="1102191" y="186572"/>
                    <a:pt x="1073929" y="186572"/>
                  </a:cubicBezTo>
                  <a:close/>
                  <a:moveTo>
                    <a:pt x="23813" y="186477"/>
                  </a:moveTo>
                  <a:lnTo>
                    <a:pt x="23813" y="488424"/>
                  </a:lnTo>
                  <a:cubicBezTo>
                    <a:pt x="23813" y="488424"/>
                    <a:pt x="80337" y="488424"/>
                    <a:pt x="108600" y="488424"/>
                  </a:cubicBezTo>
                  <a:lnTo>
                    <a:pt x="110013" y="488424"/>
                  </a:lnTo>
                  <a:lnTo>
                    <a:pt x="110013" y="186477"/>
                  </a:lnTo>
                  <a:lnTo>
                    <a:pt x="91059" y="186477"/>
                  </a:lnTo>
                  <a:close/>
                  <a:moveTo>
                    <a:pt x="140969" y="23701"/>
                  </a:moveTo>
                  <a:cubicBezTo>
                    <a:pt x="137064" y="23701"/>
                    <a:pt x="133826" y="26924"/>
                    <a:pt x="133826" y="30811"/>
                  </a:cubicBezTo>
                  <a:lnTo>
                    <a:pt x="133826" y="644185"/>
                  </a:lnTo>
                  <a:cubicBezTo>
                    <a:pt x="133826" y="648072"/>
                    <a:pt x="137064" y="651295"/>
                    <a:pt x="140969" y="651295"/>
                  </a:cubicBezTo>
                  <a:lnTo>
                    <a:pt x="282416" y="651295"/>
                  </a:lnTo>
                  <a:lnTo>
                    <a:pt x="846772" y="651295"/>
                  </a:lnTo>
                  <a:lnTo>
                    <a:pt x="1039177" y="651295"/>
                  </a:lnTo>
                  <a:cubicBezTo>
                    <a:pt x="1043082" y="651295"/>
                    <a:pt x="1046321" y="648072"/>
                    <a:pt x="1046321" y="644185"/>
                  </a:cubicBezTo>
                  <a:lnTo>
                    <a:pt x="1046321" y="30811"/>
                  </a:lnTo>
                  <a:cubicBezTo>
                    <a:pt x="1046321" y="26924"/>
                    <a:pt x="1043082" y="23701"/>
                    <a:pt x="1039177" y="23701"/>
                  </a:cubicBezTo>
                  <a:lnTo>
                    <a:pt x="846772" y="23701"/>
                  </a:lnTo>
                  <a:close/>
                  <a:moveTo>
                    <a:pt x="140969" y="0"/>
                  </a:moveTo>
                  <a:lnTo>
                    <a:pt x="846772" y="0"/>
                  </a:lnTo>
                  <a:lnTo>
                    <a:pt x="1039177" y="0"/>
                  </a:lnTo>
                  <a:cubicBezTo>
                    <a:pt x="1056227" y="0"/>
                    <a:pt x="1070133" y="13841"/>
                    <a:pt x="1070133" y="30811"/>
                  </a:cubicBezTo>
                  <a:lnTo>
                    <a:pt x="1070133" y="162871"/>
                  </a:lnTo>
                  <a:lnTo>
                    <a:pt x="1163478" y="162871"/>
                  </a:lnTo>
                  <a:cubicBezTo>
                    <a:pt x="1174146" y="162871"/>
                    <a:pt x="1182528" y="172256"/>
                    <a:pt x="1182528" y="184202"/>
                  </a:cubicBezTo>
                  <a:lnTo>
                    <a:pt x="1182528" y="490889"/>
                  </a:lnTo>
                  <a:cubicBezTo>
                    <a:pt x="1182528" y="502834"/>
                    <a:pt x="1174146" y="512219"/>
                    <a:pt x="1163478" y="512219"/>
                  </a:cubicBezTo>
                  <a:lnTo>
                    <a:pt x="1091469" y="512219"/>
                  </a:lnTo>
                  <a:lnTo>
                    <a:pt x="1070133" y="512219"/>
                  </a:lnTo>
                  <a:lnTo>
                    <a:pt x="1070133" y="644185"/>
                  </a:lnTo>
                  <a:cubicBezTo>
                    <a:pt x="1070133" y="661155"/>
                    <a:pt x="1056227" y="674996"/>
                    <a:pt x="1039177" y="674996"/>
                  </a:cubicBezTo>
                  <a:lnTo>
                    <a:pt x="846772" y="674996"/>
                  </a:lnTo>
                  <a:lnTo>
                    <a:pt x="282416" y="674996"/>
                  </a:lnTo>
                  <a:lnTo>
                    <a:pt x="140969" y="674996"/>
                  </a:lnTo>
                  <a:cubicBezTo>
                    <a:pt x="123920" y="674996"/>
                    <a:pt x="110013" y="661155"/>
                    <a:pt x="110013" y="644185"/>
                  </a:cubicBezTo>
                  <a:lnTo>
                    <a:pt x="110013" y="512219"/>
                  </a:lnTo>
                  <a:lnTo>
                    <a:pt x="19050" y="512219"/>
                  </a:lnTo>
                  <a:cubicBezTo>
                    <a:pt x="8382" y="512219"/>
                    <a:pt x="0" y="502834"/>
                    <a:pt x="0" y="490889"/>
                  </a:cubicBezTo>
                  <a:lnTo>
                    <a:pt x="0" y="184107"/>
                  </a:lnTo>
                  <a:cubicBezTo>
                    <a:pt x="0" y="172161"/>
                    <a:pt x="8382" y="162776"/>
                    <a:pt x="19050" y="162776"/>
                  </a:cubicBezTo>
                  <a:lnTo>
                    <a:pt x="91059" y="162776"/>
                  </a:lnTo>
                  <a:lnTo>
                    <a:pt x="110013" y="162776"/>
                  </a:lnTo>
                  <a:lnTo>
                    <a:pt x="110013" y="30811"/>
                  </a:lnTo>
                  <a:cubicBezTo>
                    <a:pt x="110013" y="13841"/>
                    <a:pt x="123920" y="0"/>
                    <a:pt x="14096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E071394-BCD7-EC0D-AC56-EB3584E2CD12}"/>
              </a:ext>
            </a:extLst>
          </p:cNvPr>
          <p:cNvGrpSpPr/>
          <p:nvPr/>
        </p:nvGrpSpPr>
        <p:grpSpPr>
          <a:xfrm>
            <a:off x="5480468" y="5271502"/>
            <a:ext cx="715060" cy="715060"/>
            <a:chOff x="4297581" y="4988063"/>
            <a:chExt cx="715060" cy="71506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DC3FFCF-3C40-6836-37BB-0381CC9F6D6F}"/>
                </a:ext>
              </a:extLst>
            </p:cNvPr>
            <p:cNvSpPr/>
            <p:nvPr/>
          </p:nvSpPr>
          <p:spPr>
            <a:xfrm>
              <a:off x="4297581" y="4988063"/>
              <a:ext cx="715060" cy="715060"/>
            </a:xfrm>
            <a:prstGeom prst="ellipse">
              <a:avLst/>
            </a:prstGeom>
            <a:solidFill>
              <a:srgbClr val="212E3E"/>
            </a:solidFill>
            <a:ln w="28575">
              <a:solidFill>
                <a:srgbClr val="F741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0960" tIns="60960" rIns="60960" rtlCol="0" anchor="ctr"/>
            <a:lstStyle/>
            <a:p>
              <a:pPr algn="ctr" defTabSz="914354">
                <a:defRPr/>
              </a:pPr>
              <a:endParaRPr lang="en-US" sz="2400" dirty="0">
                <a:solidFill>
                  <a:srgbClr val="000000"/>
                </a:solidFill>
                <a:latin typeface="Amazon Ember Display" panose="020F0603020204020204" pitchFamily="34" charset="0"/>
              </a:endParaRPr>
            </a:p>
          </p:txBody>
        </p:sp>
        <p:sp>
          <p:nvSpPr>
            <p:cNvPr id="93" name="Freeform 3">
              <a:extLst>
                <a:ext uri="{FF2B5EF4-FFF2-40B4-BE49-F238E27FC236}">
                  <a16:creationId xmlns:a16="http://schemas.microsoft.com/office/drawing/2014/main" id="{E981DC68-19E2-6880-C1BD-890AECB82C8C}"/>
                </a:ext>
              </a:extLst>
            </p:cNvPr>
            <p:cNvSpPr/>
            <p:nvPr/>
          </p:nvSpPr>
          <p:spPr>
            <a:xfrm>
              <a:off x="4402304" y="5185458"/>
              <a:ext cx="505613" cy="320269"/>
            </a:xfrm>
            <a:custGeom>
              <a:avLst/>
              <a:gdLst>
                <a:gd name="connsiteX0" fmla="*/ 737711 w 1182528"/>
                <a:gd name="connsiteY0" fmla="*/ 221838 h 674996"/>
                <a:gd name="connsiteX1" fmla="*/ 691515 w 1182528"/>
                <a:gd name="connsiteY1" fmla="*/ 267817 h 674996"/>
                <a:gd name="connsiteX2" fmla="*/ 737711 w 1182528"/>
                <a:gd name="connsiteY2" fmla="*/ 313796 h 674996"/>
                <a:gd name="connsiteX3" fmla="*/ 783907 w 1182528"/>
                <a:gd name="connsiteY3" fmla="*/ 267817 h 674996"/>
                <a:gd name="connsiteX4" fmla="*/ 737711 w 1182528"/>
                <a:gd name="connsiteY4" fmla="*/ 221838 h 674996"/>
                <a:gd name="connsiteX5" fmla="*/ 419576 w 1182528"/>
                <a:gd name="connsiteY5" fmla="*/ 221838 h 674996"/>
                <a:gd name="connsiteX6" fmla="*/ 373380 w 1182528"/>
                <a:gd name="connsiteY6" fmla="*/ 267817 h 674996"/>
                <a:gd name="connsiteX7" fmla="*/ 419576 w 1182528"/>
                <a:gd name="connsiteY7" fmla="*/ 313796 h 674996"/>
                <a:gd name="connsiteX8" fmla="*/ 465772 w 1182528"/>
                <a:gd name="connsiteY8" fmla="*/ 267817 h 674996"/>
                <a:gd name="connsiteX9" fmla="*/ 419576 w 1182528"/>
                <a:gd name="connsiteY9" fmla="*/ 221838 h 674996"/>
                <a:gd name="connsiteX10" fmla="*/ 737711 w 1182528"/>
                <a:gd name="connsiteY10" fmla="*/ 198137 h 674996"/>
                <a:gd name="connsiteX11" fmla="*/ 807720 w 1182528"/>
                <a:gd name="connsiteY11" fmla="*/ 267817 h 674996"/>
                <a:gd name="connsiteX12" fmla="*/ 737711 w 1182528"/>
                <a:gd name="connsiteY12" fmla="*/ 337497 h 674996"/>
                <a:gd name="connsiteX13" fmla="*/ 667702 w 1182528"/>
                <a:gd name="connsiteY13" fmla="*/ 267817 h 674996"/>
                <a:gd name="connsiteX14" fmla="*/ 737711 w 1182528"/>
                <a:gd name="connsiteY14" fmla="*/ 198137 h 674996"/>
                <a:gd name="connsiteX15" fmla="*/ 419576 w 1182528"/>
                <a:gd name="connsiteY15" fmla="*/ 198137 h 674996"/>
                <a:gd name="connsiteX16" fmla="*/ 489585 w 1182528"/>
                <a:gd name="connsiteY16" fmla="*/ 267817 h 674996"/>
                <a:gd name="connsiteX17" fmla="*/ 419576 w 1182528"/>
                <a:gd name="connsiteY17" fmla="*/ 337497 h 674996"/>
                <a:gd name="connsiteX18" fmla="*/ 349567 w 1182528"/>
                <a:gd name="connsiteY18" fmla="*/ 267817 h 674996"/>
                <a:gd name="connsiteX19" fmla="*/ 419576 w 1182528"/>
                <a:gd name="connsiteY19" fmla="*/ 198137 h 674996"/>
                <a:gd name="connsiteX20" fmla="*/ 1070133 w 1182528"/>
                <a:gd name="connsiteY20" fmla="*/ 186572 h 674996"/>
                <a:gd name="connsiteX21" fmla="*/ 1070133 w 1182528"/>
                <a:gd name="connsiteY21" fmla="*/ 488518 h 674996"/>
                <a:gd name="connsiteX22" fmla="*/ 1091469 w 1182528"/>
                <a:gd name="connsiteY22" fmla="*/ 488518 h 674996"/>
                <a:gd name="connsiteX23" fmla="*/ 1091469 w 1182528"/>
                <a:gd name="connsiteY23" fmla="*/ 488519 h 674996"/>
                <a:gd name="connsiteX24" fmla="*/ 1158716 w 1182528"/>
                <a:gd name="connsiteY24" fmla="*/ 488519 h 674996"/>
                <a:gd name="connsiteX25" fmla="*/ 1158716 w 1182528"/>
                <a:gd name="connsiteY25" fmla="*/ 186572 h 674996"/>
                <a:gd name="connsiteX26" fmla="*/ 1073929 w 1182528"/>
                <a:gd name="connsiteY26" fmla="*/ 186572 h 674996"/>
                <a:gd name="connsiteX27" fmla="*/ 23813 w 1182528"/>
                <a:gd name="connsiteY27" fmla="*/ 186477 h 674996"/>
                <a:gd name="connsiteX28" fmla="*/ 23813 w 1182528"/>
                <a:gd name="connsiteY28" fmla="*/ 488424 h 674996"/>
                <a:gd name="connsiteX29" fmla="*/ 108600 w 1182528"/>
                <a:gd name="connsiteY29" fmla="*/ 488424 h 674996"/>
                <a:gd name="connsiteX30" fmla="*/ 110013 w 1182528"/>
                <a:gd name="connsiteY30" fmla="*/ 488424 h 674996"/>
                <a:gd name="connsiteX31" fmla="*/ 110013 w 1182528"/>
                <a:gd name="connsiteY31" fmla="*/ 186477 h 674996"/>
                <a:gd name="connsiteX32" fmla="*/ 91059 w 1182528"/>
                <a:gd name="connsiteY32" fmla="*/ 186477 h 674996"/>
                <a:gd name="connsiteX33" fmla="*/ 140969 w 1182528"/>
                <a:gd name="connsiteY33" fmla="*/ 23701 h 674996"/>
                <a:gd name="connsiteX34" fmla="*/ 133826 w 1182528"/>
                <a:gd name="connsiteY34" fmla="*/ 30811 h 674996"/>
                <a:gd name="connsiteX35" fmla="*/ 133826 w 1182528"/>
                <a:gd name="connsiteY35" fmla="*/ 644185 h 674996"/>
                <a:gd name="connsiteX36" fmla="*/ 140969 w 1182528"/>
                <a:gd name="connsiteY36" fmla="*/ 651295 h 674996"/>
                <a:gd name="connsiteX37" fmla="*/ 282416 w 1182528"/>
                <a:gd name="connsiteY37" fmla="*/ 651295 h 674996"/>
                <a:gd name="connsiteX38" fmla="*/ 846772 w 1182528"/>
                <a:gd name="connsiteY38" fmla="*/ 651295 h 674996"/>
                <a:gd name="connsiteX39" fmla="*/ 1039177 w 1182528"/>
                <a:gd name="connsiteY39" fmla="*/ 651295 h 674996"/>
                <a:gd name="connsiteX40" fmla="*/ 1046321 w 1182528"/>
                <a:gd name="connsiteY40" fmla="*/ 644185 h 674996"/>
                <a:gd name="connsiteX41" fmla="*/ 1046321 w 1182528"/>
                <a:gd name="connsiteY41" fmla="*/ 30811 h 674996"/>
                <a:gd name="connsiteX42" fmla="*/ 1039177 w 1182528"/>
                <a:gd name="connsiteY42" fmla="*/ 23701 h 674996"/>
                <a:gd name="connsiteX43" fmla="*/ 846772 w 1182528"/>
                <a:gd name="connsiteY43" fmla="*/ 23701 h 674996"/>
                <a:gd name="connsiteX44" fmla="*/ 140969 w 1182528"/>
                <a:gd name="connsiteY44" fmla="*/ 0 h 674996"/>
                <a:gd name="connsiteX45" fmla="*/ 846772 w 1182528"/>
                <a:gd name="connsiteY45" fmla="*/ 0 h 674996"/>
                <a:gd name="connsiteX46" fmla="*/ 1039177 w 1182528"/>
                <a:gd name="connsiteY46" fmla="*/ 0 h 674996"/>
                <a:gd name="connsiteX47" fmla="*/ 1070133 w 1182528"/>
                <a:gd name="connsiteY47" fmla="*/ 30811 h 674996"/>
                <a:gd name="connsiteX48" fmla="*/ 1070133 w 1182528"/>
                <a:gd name="connsiteY48" fmla="*/ 162871 h 674996"/>
                <a:gd name="connsiteX49" fmla="*/ 1163478 w 1182528"/>
                <a:gd name="connsiteY49" fmla="*/ 162871 h 674996"/>
                <a:gd name="connsiteX50" fmla="*/ 1182528 w 1182528"/>
                <a:gd name="connsiteY50" fmla="*/ 184202 h 674996"/>
                <a:gd name="connsiteX51" fmla="*/ 1182528 w 1182528"/>
                <a:gd name="connsiteY51" fmla="*/ 490889 h 674996"/>
                <a:gd name="connsiteX52" fmla="*/ 1163478 w 1182528"/>
                <a:gd name="connsiteY52" fmla="*/ 512219 h 674996"/>
                <a:gd name="connsiteX53" fmla="*/ 1091469 w 1182528"/>
                <a:gd name="connsiteY53" fmla="*/ 512219 h 674996"/>
                <a:gd name="connsiteX54" fmla="*/ 1070133 w 1182528"/>
                <a:gd name="connsiteY54" fmla="*/ 512219 h 674996"/>
                <a:gd name="connsiteX55" fmla="*/ 1070133 w 1182528"/>
                <a:gd name="connsiteY55" fmla="*/ 644185 h 674996"/>
                <a:gd name="connsiteX56" fmla="*/ 1039177 w 1182528"/>
                <a:gd name="connsiteY56" fmla="*/ 674996 h 674996"/>
                <a:gd name="connsiteX57" fmla="*/ 846772 w 1182528"/>
                <a:gd name="connsiteY57" fmla="*/ 674996 h 674996"/>
                <a:gd name="connsiteX58" fmla="*/ 282416 w 1182528"/>
                <a:gd name="connsiteY58" fmla="*/ 674996 h 674996"/>
                <a:gd name="connsiteX59" fmla="*/ 140969 w 1182528"/>
                <a:gd name="connsiteY59" fmla="*/ 674996 h 674996"/>
                <a:gd name="connsiteX60" fmla="*/ 110013 w 1182528"/>
                <a:gd name="connsiteY60" fmla="*/ 644185 h 674996"/>
                <a:gd name="connsiteX61" fmla="*/ 110013 w 1182528"/>
                <a:gd name="connsiteY61" fmla="*/ 512219 h 674996"/>
                <a:gd name="connsiteX62" fmla="*/ 19050 w 1182528"/>
                <a:gd name="connsiteY62" fmla="*/ 512219 h 674996"/>
                <a:gd name="connsiteX63" fmla="*/ 0 w 1182528"/>
                <a:gd name="connsiteY63" fmla="*/ 490889 h 674996"/>
                <a:gd name="connsiteX64" fmla="*/ 0 w 1182528"/>
                <a:gd name="connsiteY64" fmla="*/ 184107 h 674996"/>
                <a:gd name="connsiteX65" fmla="*/ 19050 w 1182528"/>
                <a:gd name="connsiteY65" fmla="*/ 162776 h 674996"/>
                <a:gd name="connsiteX66" fmla="*/ 91059 w 1182528"/>
                <a:gd name="connsiteY66" fmla="*/ 162776 h 674996"/>
                <a:gd name="connsiteX67" fmla="*/ 110013 w 1182528"/>
                <a:gd name="connsiteY67" fmla="*/ 162776 h 674996"/>
                <a:gd name="connsiteX68" fmla="*/ 110013 w 1182528"/>
                <a:gd name="connsiteY68" fmla="*/ 30811 h 674996"/>
                <a:gd name="connsiteX69" fmla="*/ 140969 w 1182528"/>
                <a:gd name="connsiteY69" fmla="*/ 0 h 67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182528" h="674996">
                  <a:moveTo>
                    <a:pt x="737711" y="221838"/>
                  </a:moveTo>
                  <a:cubicBezTo>
                    <a:pt x="712279" y="221838"/>
                    <a:pt x="691515" y="242505"/>
                    <a:pt x="691515" y="267817"/>
                  </a:cubicBezTo>
                  <a:cubicBezTo>
                    <a:pt x="691515" y="293129"/>
                    <a:pt x="712279" y="313796"/>
                    <a:pt x="737711" y="313796"/>
                  </a:cubicBezTo>
                  <a:cubicBezTo>
                    <a:pt x="763143" y="313796"/>
                    <a:pt x="783907" y="293129"/>
                    <a:pt x="783907" y="267817"/>
                  </a:cubicBezTo>
                  <a:cubicBezTo>
                    <a:pt x="783907" y="242505"/>
                    <a:pt x="763143" y="221838"/>
                    <a:pt x="737711" y="221838"/>
                  </a:cubicBezTo>
                  <a:close/>
                  <a:moveTo>
                    <a:pt x="419576" y="221838"/>
                  </a:moveTo>
                  <a:cubicBezTo>
                    <a:pt x="394144" y="221838"/>
                    <a:pt x="373380" y="242505"/>
                    <a:pt x="373380" y="267817"/>
                  </a:cubicBezTo>
                  <a:cubicBezTo>
                    <a:pt x="373380" y="293129"/>
                    <a:pt x="394144" y="313796"/>
                    <a:pt x="419576" y="313796"/>
                  </a:cubicBezTo>
                  <a:cubicBezTo>
                    <a:pt x="445008" y="313796"/>
                    <a:pt x="465772" y="293129"/>
                    <a:pt x="465772" y="267817"/>
                  </a:cubicBezTo>
                  <a:cubicBezTo>
                    <a:pt x="465772" y="242505"/>
                    <a:pt x="445008" y="221838"/>
                    <a:pt x="419576" y="221838"/>
                  </a:cubicBezTo>
                  <a:close/>
                  <a:moveTo>
                    <a:pt x="737711" y="198137"/>
                  </a:moveTo>
                  <a:cubicBezTo>
                    <a:pt x="776287" y="198137"/>
                    <a:pt x="807720" y="229422"/>
                    <a:pt x="807720" y="267817"/>
                  </a:cubicBezTo>
                  <a:cubicBezTo>
                    <a:pt x="807720" y="306212"/>
                    <a:pt x="776287" y="337497"/>
                    <a:pt x="737711" y="337497"/>
                  </a:cubicBezTo>
                  <a:cubicBezTo>
                    <a:pt x="699135" y="337497"/>
                    <a:pt x="667702" y="306212"/>
                    <a:pt x="667702" y="267817"/>
                  </a:cubicBezTo>
                  <a:cubicBezTo>
                    <a:pt x="667702" y="229422"/>
                    <a:pt x="699135" y="198137"/>
                    <a:pt x="737711" y="198137"/>
                  </a:cubicBezTo>
                  <a:close/>
                  <a:moveTo>
                    <a:pt x="419576" y="198137"/>
                  </a:moveTo>
                  <a:cubicBezTo>
                    <a:pt x="458152" y="198137"/>
                    <a:pt x="489585" y="229422"/>
                    <a:pt x="489585" y="267817"/>
                  </a:cubicBezTo>
                  <a:cubicBezTo>
                    <a:pt x="489585" y="306212"/>
                    <a:pt x="458152" y="337497"/>
                    <a:pt x="419576" y="337497"/>
                  </a:cubicBezTo>
                  <a:cubicBezTo>
                    <a:pt x="380999" y="337497"/>
                    <a:pt x="349567" y="306212"/>
                    <a:pt x="349567" y="267817"/>
                  </a:cubicBezTo>
                  <a:cubicBezTo>
                    <a:pt x="349567" y="229422"/>
                    <a:pt x="380999" y="198137"/>
                    <a:pt x="419576" y="198137"/>
                  </a:cubicBezTo>
                  <a:close/>
                  <a:moveTo>
                    <a:pt x="1070133" y="186572"/>
                  </a:moveTo>
                  <a:lnTo>
                    <a:pt x="1070133" y="488518"/>
                  </a:lnTo>
                  <a:lnTo>
                    <a:pt x="1091469" y="488518"/>
                  </a:lnTo>
                  <a:lnTo>
                    <a:pt x="1091469" y="488519"/>
                  </a:lnTo>
                  <a:lnTo>
                    <a:pt x="1158716" y="488519"/>
                  </a:lnTo>
                  <a:lnTo>
                    <a:pt x="1158716" y="186572"/>
                  </a:lnTo>
                  <a:cubicBezTo>
                    <a:pt x="1158716" y="186572"/>
                    <a:pt x="1102191" y="186572"/>
                    <a:pt x="1073929" y="186572"/>
                  </a:cubicBezTo>
                  <a:close/>
                  <a:moveTo>
                    <a:pt x="23813" y="186477"/>
                  </a:moveTo>
                  <a:lnTo>
                    <a:pt x="23813" y="488424"/>
                  </a:lnTo>
                  <a:cubicBezTo>
                    <a:pt x="23813" y="488424"/>
                    <a:pt x="80337" y="488424"/>
                    <a:pt x="108600" y="488424"/>
                  </a:cubicBezTo>
                  <a:lnTo>
                    <a:pt x="110013" y="488424"/>
                  </a:lnTo>
                  <a:lnTo>
                    <a:pt x="110013" y="186477"/>
                  </a:lnTo>
                  <a:lnTo>
                    <a:pt x="91059" y="186477"/>
                  </a:lnTo>
                  <a:close/>
                  <a:moveTo>
                    <a:pt x="140969" y="23701"/>
                  </a:moveTo>
                  <a:cubicBezTo>
                    <a:pt x="137064" y="23701"/>
                    <a:pt x="133826" y="26924"/>
                    <a:pt x="133826" y="30811"/>
                  </a:cubicBezTo>
                  <a:lnTo>
                    <a:pt x="133826" y="644185"/>
                  </a:lnTo>
                  <a:cubicBezTo>
                    <a:pt x="133826" y="648072"/>
                    <a:pt x="137064" y="651295"/>
                    <a:pt x="140969" y="651295"/>
                  </a:cubicBezTo>
                  <a:lnTo>
                    <a:pt x="282416" y="651295"/>
                  </a:lnTo>
                  <a:lnTo>
                    <a:pt x="846772" y="651295"/>
                  </a:lnTo>
                  <a:lnTo>
                    <a:pt x="1039177" y="651295"/>
                  </a:lnTo>
                  <a:cubicBezTo>
                    <a:pt x="1043082" y="651295"/>
                    <a:pt x="1046321" y="648072"/>
                    <a:pt x="1046321" y="644185"/>
                  </a:cubicBezTo>
                  <a:lnTo>
                    <a:pt x="1046321" y="30811"/>
                  </a:lnTo>
                  <a:cubicBezTo>
                    <a:pt x="1046321" y="26924"/>
                    <a:pt x="1043082" y="23701"/>
                    <a:pt x="1039177" y="23701"/>
                  </a:cubicBezTo>
                  <a:lnTo>
                    <a:pt x="846772" y="23701"/>
                  </a:lnTo>
                  <a:close/>
                  <a:moveTo>
                    <a:pt x="140969" y="0"/>
                  </a:moveTo>
                  <a:lnTo>
                    <a:pt x="846772" y="0"/>
                  </a:lnTo>
                  <a:lnTo>
                    <a:pt x="1039177" y="0"/>
                  </a:lnTo>
                  <a:cubicBezTo>
                    <a:pt x="1056227" y="0"/>
                    <a:pt x="1070133" y="13841"/>
                    <a:pt x="1070133" y="30811"/>
                  </a:cubicBezTo>
                  <a:lnTo>
                    <a:pt x="1070133" y="162871"/>
                  </a:lnTo>
                  <a:lnTo>
                    <a:pt x="1163478" y="162871"/>
                  </a:lnTo>
                  <a:cubicBezTo>
                    <a:pt x="1174146" y="162871"/>
                    <a:pt x="1182528" y="172256"/>
                    <a:pt x="1182528" y="184202"/>
                  </a:cubicBezTo>
                  <a:lnTo>
                    <a:pt x="1182528" y="490889"/>
                  </a:lnTo>
                  <a:cubicBezTo>
                    <a:pt x="1182528" y="502834"/>
                    <a:pt x="1174146" y="512219"/>
                    <a:pt x="1163478" y="512219"/>
                  </a:cubicBezTo>
                  <a:lnTo>
                    <a:pt x="1091469" y="512219"/>
                  </a:lnTo>
                  <a:lnTo>
                    <a:pt x="1070133" y="512219"/>
                  </a:lnTo>
                  <a:lnTo>
                    <a:pt x="1070133" y="644185"/>
                  </a:lnTo>
                  <a:cubicBezTo>
                    <a:pt x="1070133" y="661155"/>
                    <a:pt x="1056227" y="674996"/>
                    <a:pt x="1039177" y="674996"/>
                  </a:cubicBezTo>
                  <a:lnTo>
                    <a:pt x="846772" y="674996"/>
                  </a:lnTo>
                  <a:lnTo>
                    <a:pt x="282416" y="674996"/>
                  </a:lnTo>
                  <a:lnTo>
                    <a:pt x="140969" y="674996"/>
                  </a:lnTo>
                  <a:cubicBezTo>
                    <a:pt x="123920" y="674996"/>
                    <a:pt x="110013" y="661155"/>
                    <a:pt x="110013" y="644185"/>
                  </a:cubicBezTo>
                  <a:lnTo>
                    <a:pt x="110013" y="512219"/>
                  </a:lnTo>
                  <a:lnTo>
                    <a:pt x="19050" y="512219"/>
                  </a:lnTo>
                  <a:cubicBezTo>
                    <a:pt x="8382" y="512219"/>
                    <a:pt x="0" y="502834"/>
                    <a:pt x="0" y="490889"/>
                  </a:cubicBezTo>
                  <a:lnTo>
                    <a:pt x="0" y="184107"/>
                  </a:lnTo>
                  <a:cubicBezTo>
                    <a:pt x="0" y="172161"/>
                    <a:pt x="8382" y="162776"/>
                    <a:pt x="19050" y="162776"/>
                  </a:cubicBezTo>
                  <a:lnTo>
                    <a:pt x="91059" y="162776"/>
                  </a:lnTo>
                  <a:lnTo>
                    <a:pt x="110013" y="162776"/>
                  </a:lnTo>
                  <a:lnTo>
                    <a:pt x="110013" y="30811"/>
                  </a:lnTo>
                  <a:cubicBezTo>
                    <a:pt x="110013" y="13841"/>
                    <a:pt x="123920" y="0"/>
                    <a:pt x="14096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785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7FD5C-082A-AE87-D7EF-E4BAADDED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8EF4CE-96B3-4501-8315-EE6C2F9C8457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ru" sz="4000" dirty="0"/>
              <a:t>The AI Market Analysis Challenge</a:t>
            </a:r>
            <a:endParaRPr lang="en-US" sz="4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21CDF8-EA53-5CF5-EE15-E604501E7422}"/>
              </a:ext>
            </a:extLst>
          </p:cNvPr>
          <p:cNvSpPr/>
          <p:nvPr/>
        </p:nvSpPr>
        <p:spPr>
          <a:xfrm>
            <a:off x="745957" y="2063416"/>
            <a:ext cx="5991726" cy="962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What is the square root of 66,777,278,569?</a:t>
            </a:r>
            <a:endParaRPr lang="en-DE" sz="2800" dirty="0">
              <a:latin typeface="Amazon Ember Display" panose="020B0604020202020204" charset="0"/>
              <a:ea typeface="Amazon Ember Display" panose="020B0604020202020204" charset="0"/>
              <a:cs typeface="Amazon Ember Display" panose="020B060402020202020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6C5CAF-71D1-C557-63AC-A6673FC9D0EC}"/>
              </a:ext>
            </a:extLst>
          </p:cNvPr>
          <p:cNvGrpSpPr/>
          <p:nvPr/>
        </p:nvGrpSpPr>
        <p:grpSpPr>
          <a:xfrm>
            <a:off x="7292139" y="5103402"/>
            <a:ext cx="4206037" cy="792082"/>
            <a:chOff x="7292139" y="4761502"/>
            <a:chExt cx="4206037" cy="792082"/>
          </a:xfrm>
        </p:grpSpPr>
        <p:sp>
          <p:nvSpPr>
            <p:cNvPr id="11" name="Rectangle: Diagonal Corners Rounded 10">
              <a:extLst>
                <a:ext uri="{FF2B5EF4-FFF2-40B4-BE49-F238E27FC236}">
                  <a16:creationId xmlns:a16="http://schemas.microsoft.com/office/drawing/2014/main" id="{1DCD9A54-DED7-09EB-A8FD-1AA2A8FF3EAA}"/>
                </a:ext>
              </a:extLst>
            </p:cNvPr>
            <p:cNvSpPr/>
            <p:nvPr/>
          </p:nvSpPr>
          <p:spPr>
            <a:xfrm>
              <a:off x="7292139" y="4799599"/>
              <a:ext cx="3328742" cy="715879"/>
            </a:xfrm>
            <a:prstGeom prst="round2DiagRect">
              <a:avLst/>
            </a:prstGeom>
            <a:solidFill>
              <a:schemeClr val="bg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258,413</a:t>
              </a:r>
              <a:endParaRPr lang="en-DE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  <p:pic>
          <p:nvPicPr>
            <p:cNvPr id="14" name="Graphic 13" descr="Badge Tick1 with solid fill">
              <a:extLst>
                <a:ext uri="{FF2B5EF4-FFF2-40B4-BE49-F238E27FC236}">
                  <a16:creationId xmlns:a16="http://schemas.microsoft.com/office/drawing/2014/main" id="{FD2B72DB-9414-FC3C-459E-A187856F5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06094" y="4761502"/>
              <a:ext cx="792082" cy="792082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5F2BA9-5FE4-CFCA-62C6-A0B1D1A32370}"/>
              </a:ext>
            </a:extLst>
          </p:cNvPr>
          <p:cNvGrpSpPr/>
          <p:nvPr/>
        </p:nvGrpSpPr>
        <p:grpSpPr>
          <a:xfrm>
            <a:off x="3070654" y="4266198"/>
            <a:ext cx="8427522" cy="808126"/>
            <a:chOff x="3070654" y="3924298"/>
            <a:chExt cx="8427522" cy="80812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F038739-383F-8C2B-2860-BABF82D6B2AF}"/>
                </a:ext>
              </a:extLst>
            </p:cNvPr>
            <p:cNvGrpSpPr/>
            <p:nvPr/>
          </p:nvGrpSpPr>
          <p:grpSpPr>
            <a:xfrm>
              <a:off x="3070654" y="3924298"/>
              <a:ext cx="8427522" cy="792082"/>
              <a:chOff x="3070654" y="3924298"/>
              <a:chExt cx="8427522" cy="792082"/>
            </a:xfrm>
          </p:grpSpPr>
          <p:sp>
            <p:nvSpPr>
              <p:cNvPr id="15" name="Rectangle: Diagonal Corners Rounded 14">
                <a:extLst>
                  <a:ext uri="{FF2B5EF4-FFF2-40B4-BE49-F238E27FC236}">
                    <a16:creationId xmlns:a16="http://schemas.microsoft.com/office/drawing/2014/main" id="{5C0B5DF9-BD97-4201-3324-DDD1203AA91E}"/>
                  </a:ext>
                </a:extLst>
              </p:cNvPr>
              <p:cNvSpPr/>
              <p:nvPr/>
            </p:nvSpPr>
            <p:spPr>
              <a:xfrm>
                <a:off x="7295142" y="3962400"/>
                <a:ext cx="3328742" cy="715879"/>
              </a:xfrm>
              <a:prstGeom prst="round2DiagRect">
                <a:avLst/>
              </a:prstGeom>
              <a:solidFill>
                <a:schemeClr val="bg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 sz="2800" dirty="0">
                    <a:latin typeface="Amazon Ember Display" panose="020B0604020202020204" charset="0"/>
                    <a:ea typeface="Amazon Ember Display" panose="020B0604020202020204" charset="0"/>
                    <a:cs typeface="Amazon Ember Display" panose="020B0604020202020204" charset="0"/>
                  </a:rPr>
                  <a:t>258,</a:t>
                </a:r>
                <a:r>
                  <a:rPr lang="en-US" sz="2800" dirty="0">
                    <a:latin typeface="Amazon Ember Display" panose="020B0604020202020204" charset="0"/>
                    <a:ea typeface="Amazon Ember Display" panose="020B0604020202020204" charset="0"/>
                    <a:cs typeface="Amazon Ember Display" panose="020B0604020202020204" charset="0"/>
                  </a:rPr>
                  <a:t>387</a:t>
                </a:r>
                <a:endParaRPr lang="en-DE" sz="2800" dirty="0"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endParaRPr>
              </a:p>
            </p:txBody>
          </p:sp>
          <p:pic>
            <p:nvPicPr>
              <p:cNvPr id="16" name="Graphic 15" descr="Badge Cross with solid fill">
                <a:extLst>
                  <a:ext uri="{FF2B5EF4-FFF2-40B4-BE49-F238E27FC236}">
                    <a16:creationId xmlns:a16="http://schemas.microsoft.com/office/drawing/2014/main" id="{BC41AF43-18DF-07C2-899A-1CE330BCE6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06094" y="3924298"/>
                <a:ext cx="792082" cy="792082"/>
              </a:xfrm>
              <a:prstGeom prst="rect">
                <a:avLst/>
              </a:prstGeom>
            </p:spPr>
          </p:pic>
          <p:sp>
            <p:nvSpPr>
              <p:cNvPr id="3" name="Rectangle: Diagonal Corners Rounded 2">
                <a:extLst>
                  <a:ext uri="{FF2B5EF4-FFF2-40B4-BE49-F238E27FC236}">
                    <a16:creationId xmlns:a16="http://schemas.microsoft.com/office/drawing/2014/main" id="{9434F247-B811-8C65-8335-0669FE67E24B}"/>
                  </a:ext>
                </a:extLst>
              </p:cNvPr>
              <p:cNvSpPr/>
              <p:nvPr/>
            </p:nvSpPr>
            <p:spPr>
              <a:xfrm>
                <a:off x="3070654" y="3962400"/>
                <a:ext cx="4067641" cy="715879"/>
              </a:xfrm>
              <a:prstGeom prst="round2DiagRect">
                <a:avLst/>
              </a:prstGeom>
              <a:solidFill>
                <a:schemeClr val="bg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atin typeface="Amazon Ember Display" panose="020B0604020202020204" charset="0"/>
                    <a:ea typeface="Amazon Ember Display" panose="020B0604020202020204" charset="0"/>
                    <a:cs typeface="Amazon Ember Display" panose="020B0604020202020204" charset="0"/>
                  </a:rPr>
                  <a:t>           DeepSeek-V3</a:t>
                </a:r>
                <a:endParaRPr lang="en-DE" sz="2800" dirty="0"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endParaRPr>
              </a:p>
            </p:txBody>
          </p:sp>
        </p:grp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15A9C30B-617C-E110-A4BE-317266599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55962" y="3940341"/>
              <a:ext cx="792083" cy="792083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07BCABC-E992-0B44-1FCD-B03F9A4B8C04}"/>
              </a:ext>
            </a:extLst>
          </p:cNvPr>
          <p:cNvGrpSpPr/>
          <p:nvPr/>
        </p:nvGrpSpPr>
        <p:grpSpPr>
          <a:xfrm>
            <a:off x="3070654" y="3429000"/>
            <a:ext cx="8427522" cy="822541"/>
            <a:chOff x="3070654" y="3087100"/>
            <a:chExt cx="8427522" cy="82254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076B3AC-2D16-97FE-6F14-342468AF41FD}"/>
                </a:ext>
              </a:extLst>
            </p:cNvPr>
            <p:cNvGrpSpPr/>
            <p:nvPr/>
          </p:nvGrpSpPr>
          <p:grpSpPr>
            <a:xfrm>
              <a:off x="3070654" y="3087100"/>
              <a:ext cx="8427522" cy="792082"/>
              <a:chOff x="3070654" y="3087100"/>
              <a:chExt cx="8427522" cy="792082"/>
            </a:xfrm>
          </p:grpSpPr>
          <p:pic>
            <p:nvPicPr>
              <p:cNvPr id="4" name="Graphic 3" descr="Badge Cross with solid fill">
                <a:extLst>
                  <a:ext uri="{FF2B5EF4-FFF2-40B4-BE49-F238E27FC236}">
                    <a16:creationId xmlns:a16="http://schemas.microsoft.com/office/drawing/2014/main" id="{39B039ED-AA9B-72AC-315B-444C4B682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06094" y="3087100"/>
                <a:ext cx="792082" cy="792082"/>
              </a:xfrm>
              <a:prstGeom prst="rect">
                <a:avLst/>
              </a:prstGeom>
            </p:spPr>
          </p:pic>
          <p:sp>
            <p:nvSpPr>
              <p:cNvPr id="10" name="Rectangle: Diagonal Corners Rounded 9">
                <a:extLst>
                  <a:ext uri="{FF2B5EF4-FFF2-40B4-BE49-F238E27FC236}">
                    <a16:creationId xmlns:a16="http://schemas.microsoft.com/office/drawing/2014/main" id="{52AADD11-DA2A-F4AC-5165-C4A556CBFD1D}"/>
                  </a:ext>
                </a:extLst>
              </p:cNvPr>
              <p:cNvSpPr/>
              <p:nvPr/>
            </p:nvSpPr>
            <p:spPr>
              <a:xfrm>
                <a:off x="7295142" y="3125202"/>
                <a:ext cx="3328742" cy="715879"/>
              </a:xfrm>
              <a:prstGeom prst="round2DiagRect">
                <a:avLst/>
              </a:prstGeom>
              <a:solidFill>
                <a:schemeClr val="bg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atin typeface="Amazon Ember Display" panose="020B0604020202020204" charset="0"/>
                    <a:ea typeface="Amazon Ember Display" panose="020B0604020202020204" charset="0"/>
                    <a:cs typeface="Amazon Ember Display" panose="020B0604020202020204" charset="0"/>
                  </a:rPr>
                  <a:t>258,275</a:t>
                </a:r>
                <a:endParaRPr lang="en-DE" sz="2800" dirty="0"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endParaRPr>
              </a:p>
            </p:txBody>
          </p:sp>
          <p:sp>
            <p:nvSpPr>
              <p:cNvPr id="2" name="Rectangle: Diagonal Corners Rounded 1">
                <a:extLst>
                  <a:ext uri="{FF2B5EF4-FFF2-40B4-BE49-F238E27FC236}">
                    <a16:creationId xmlns:a16="http://schemas.microsoft.com/office/drawing/2014/main" id="{664EA611-D721-88E2-919D-2DE6768EFB89}"/>
                  </a:ext>
                </a:extLst>
              </p:cNvPr>
              <p:cNvSpPr/>
              <p:nvPr/>
            </p:nvSpPr>
            <p:spPr>
              <a:xfrm>
                <a:off x="3070654" y="3125202"/>
                <a:ext cx="4067641" cy="715879"/>
              </a:xfrm>
              <a:prstGeom prst="round2DiagRect">
                <a:avLst/>
              </a:prstGeom>
              <a:solidFill>
                <a:schemeClr val="bg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atin typeface="Amazon Ember Display" panose="020B0604020202020204" charset="0"/>
                    <a:ea typeface="Amazon Ember Display" panose="020B0604020202020204" charset="0"/>
                    <a:cs typeface="Amazon Ember Display" panose="020B0604020202020204" charset="0"/>
                  </a:rPr>
                  <a:t>         Llama-3.3-70B</a:t>
                </a:r>
                <a:endParaRPr lang="en-DE" sz="2800" dirty="0"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endParaRPr>
              </a:p>
            </p:txBody>
          </p:sp>
        </p:grp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6B8BBD9B-B8A9-FF74-98CF-7F70F92A5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55963" y="3117559"/>
              <a:ext cx="792082" cy="7920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657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96A4E-A856-EF6A-3DFB-F638EF424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ECE056-C06B-D6BE-EEB1-4DFE7BAABADF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ru" sz="4000"/>
              <a:t>The AI Market Analysis Challenge</a:t>
            </a:r>
            <a:endParaRPr lang="en-US" sz="4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B2FB4E-B6B8-AB67-EF52-C02B57996053}"/>
              </a:ext>
            </a:extLst>
          </p:cNvPr>
          <p:cNvSpPr/>
          <p:nvPr/>
        </p:nvSpPr>
        <p:spPr>
          <a:xfrm>
            <a:off x="745957" y="2063416"/>
            <a:ext cx="5991726" cy="962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What is the highest stock price of AMZN on 22 Aug 2023?</a:t>
            </a:r>
            <a:endParaRPr lang="en-DE" sz="2800" dirty="0">
              <a:latin typeface="Amazon Ember Display" panose="020B0604020202020204" charset="0"/>
              <a:ea typeface="Amazon Ember Display" panose="020B0604020202020204" charset="0"/>
              <a:cs typeface="Amazon Ember Display" panose="020B060402020202020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116922-69B0-D075-8210-699658567EF7}"/>
              </a:ext>
            </a:extLst>
          </p:cNvPr>
          <p:cNvSpPr/>
          <p:nvPr/>
        </p:nvSpPr>
        <p:spPr>
          <a:xfrm>
            <a:off x="745957" y="4265279"/>
            <a:ext cx="5991727" cy="962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What is the company under ticker “PERF”?</a:t>
            </a:r>
            <a:endParaRPr lang="en-DE" sz="2800" dirty="0">
              <a:latin typeface="Amazon Ember Display" panose="020B0604020202020204" charset="0"/>
              <a:ea typeface="Amazon Ember Display" panose="020B0604020202020204" charset="0"/>
              <a:cs typeface="Amazon Ember Display" panose="020B0604020202020204" charset="0"/>
            </a:endParaRP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7ADC63FB-10BA-CC0F-1D14-0C21FEAA830D}"/>
              </a:ext>
            </a:extLst>
          </p:cNvPr>
          <p:cNvSpPr/>
          <p:nvPr/>
        </p:nvSpPr>
        <p:spPr>
          <a:xfrm>
            <a:off x="6932141" y="5190625"/>
            <a:ext cx="3691743" cy="715879"/>
          </a:xfrm>
          <a:prstGeom prst="round2Diag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Perfumania</a:t>
            </a:r>
            <a:r>
              <a:rPr lang="en-US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 Holdings</a:t>
            </a:r>
            <a:endParaRPr lang="en-DE" sz="2800" dirty="0">
              <a:latin typeface="Amazon Ember Display" panose="020B0604020202020204" charset="0"/>
              <a:ea typeface="Amazon Ember Display" panose="020B0604020202020204" charset="0"/>
              <a:cs typeface="Amazon Ember Display" panose="020B0604020202020204" charset="0"/>
            </a:endParaRPr>
          </a:p>
        </p:txBody>
      </p:sp>
      <p:pic>
        <p:nvPicPr>
          <p:cNvPr id="12" name="Graphic 11" descr="Badge Cross with solid fill">
            <a:extLst>
              <a:ext uri="{FF2B5EF4-FFF2-40B4-BE49-F238E27FC236}">
                <a16:creationId xmlns:a16="http://schemas.microsoft.com/office/drawing/2014/main" id="{67FCEB1F-6C72-A636-05AB-15180125F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6094" y="5151517"/>
            <a:ext cx="792082" cy="79208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38FBFB5-ECB2-4775-9EB6-5F0CE317A2C6}"/>
              </a:ext>
            </a:extLst>
          </p:cNvPr>
          <p:cNvGrpSpPr/>
          <p:nvPr/>
        </p:nvGrpSpPr>
        <p:grpSpPr>
          <a:xfrm>
            <a:off x="7295142" y="2107532"/>
            <a:ext cx="4203034" cy="1771650"/>
            <a:chOff x="7295142" y="2107532"/>
            <a:chExt cx="4203034" cy="1771650"/>
          </a:xfrm>
        </p:grpSpPr>
        <p:pic>
          <p:nvPicPr>
            <p:cNvPr id="4" name="Graphic 3" descr="Badge Cross with solid fill">
              <a:extLst>
                <a:ext uri="{FF2B5EF4-FFF2-40B4-BE49-F238E27FC236}">
                  <a16:creationId xmlns:a16="http://schemas.microsoft.com/office/drawing/2014/main" id="{567EE47F-FDD5-5F16-5F84-8343D7ADA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06094" y="3087100"/>
              <a:ext cx="792082" cy="792082"/>
            </a:xfrm>
            <a:prstGeom prst="rect">
              <a:avLst/>
            </a:prstGeom>
          </p:spPr>
        </p:pic>
        <p:sp>
          <p:nvSpPr>
            <p:cNvPr id="10" name="Rectangle: Diagonal Corners Rounded 9">
              <a:extLst>
                <a:ext uri="{FF2B5EF4-FFF2-40B4-BE49-F238E27FC236}">
                  <a16:creationId xmlns:a16="http://schemas.microsoft.com/office/drawing/2014/main" id="{3E1670B2-2AF2-E005-ABAE-522FF0EB6B3B}"/>
                </a:ext>
              </a:extLst>
            </p:cNvPr>
            <p:cNvSpPr/>
            <p:nvPr/>
          </p:nvSpPr>
          <p:spPr>
            <a:xfrm>
              <a:off x="7295142" y="3125202"/>
              <a:ext cx="3328742" cy="715879"/>
            </a:xfrm>
            <a:prstGeom prst="round2DiagRect">
              <a:avLst/>
            </a:prstGeom>
            <a:solidFill>
              <a:schemeClr val="bg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Cannot answer</a:t>
              </a:r>
              <a:endParaRPr lang="en-DE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5FACAC19-DE59-B2B6-6B30-F8C769B03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2366" y="2107532"/>
              <a:ext cx="874293" cy="8742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079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3D0F-57CD-2D1E-B481-F0D47A92E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7A1C0D-DAAE-7D58-FA7B-D88E56975164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ru" sz="4000" dirty="0"/>
              <a:t>The AI Market Analysis Challenge</a:t>
            </a:r>
            <a:endParaRPr lang="en-US" sz="4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29A476-4DA5-1200-F38F-65957247E9AE}"/>
              </a:ext>
            </a:extLst>
          </p:cNvPr>
          <p:cNvSpPr/>
          <p:nvPr/>
        </p:nvSpPr>
        <p:spPr>
          <a:xfrm>
            <a:off x="745957" y="2063416"/>
            <a:ext cx="5991726" cy="962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What is the highest stock price of AMZN on 22 Aug 2023?</a:t>
            </a:r>
            <a:endParaRPr lang="en-DE" sz="2800" dirty="0">
              <a:latin typeface="Amazon Ember Display" panose="020B0604020202020204" charset="0"/>
              <a:ea typeface="Amazon Ember Display" panose="020B0604020202020204" charset="0"/>
              <a:cs typeface="Amazon Ember Display" panose="020B060402020202020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C334A1-E3FB-C550-550E-F36EC33A7CA7}"/>
              </a:ext>
            </a:extLst>
          </p:cNvPr>
          <p:cNvSpPr/>
          <p:nvPr/>
        </p:nvSpPr>
        <p:spPr>
          <a:xfrm>
            <a:off x="745957" y="4265279"/>
            <a:ext cx="5991727" cy="962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What is the company under ticker “PERF”?</a:t>
            </a:r>
            <a:endParaRPr lang="en-DE" sz="2800" dirty="0">
              <a:latin typeface="Amazon Ember Display" panose="020B0604020202020204" charset="0"/>
              <a:ea typeface="Amazon Ember Display" panose="020B0604020202020204" charset="0"/>
              <a:cs typeface="Amazon Ember Display" panose="020B0604020202020204" charset="0"/>
            </a:endParaRP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D70D56FE-D5A7-1B47-B8D8-C1DCF0DEBB31}"/>
              </a:ext>
            </a:extLst>
          </p:cNvPr>
          <p:cNvSpPr/>
          <p:nvPr/>
        </p:nvSpPr>
        <p:spPr>
          <a:xfrm>
            <a:off x="7295142" y="5190625"/>
            <a:ext cx="3328742" cy="715879"/>
          </a:xfrm>
          <a:prstGeom prst="round2Diag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Perficient, Inc.</a:t>
            </a:r>
            <a:endParaRPr lang="en-DE" sz="2800" dirty="0">
              <a:latin typeface="Amazon Ember Display" panose="020B0604020202020204" charset="0"/>
              <a:ea typeface="Amazon Ember Display" panose="020B0604020202020204" charset="0"/>
              <a:cs typeface="Amazon Ember Display" panose="020B0604020202020204" charset="0"/>
            </a:endParaRPr>
          </a:p>
        </p:txBody>
      </p:sp>
      <p:pic>
        <p:nvPicPr>
          <p:cNvPr id="2" name="Graphic 1" descr="Badge Cross with solid fill">
            <a:extLst>
              <a:ext uri="{FF2B5EF4-FFF2-40B4-BE49-F238E27FC236}">
                <a16:creationId xmlns:a16="http://schemas.microsoft.com/office/drawing/2014/main" id="{75A3D1A0-4A2C-EB4C-7EB8-AAA01F57F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6094" y="5152523"/>
            <a:ext cx="792082" cy="79208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B33AB0D-86DA-B786-592B-1533D8F528BA}"/>
              </a:ext>
            </a:extLst>
          </p:cNvPr>
          <p:cNvGrpSpPr/>
          <p:nvPr/>
        </p:nvGrpSpPr>
        <p:grpSpPr>
          <a:xfrm>
            <a:off x="7295142" y="2107532"/>
            <a:ext cx="4203034" cy="1771650"/>
            <a:chOff x="7295142" y="2107532"/>
            <a:chExt cx="4203034" cy="1771650"/>
          </a:xfrm>
        </p:grpSpPr>
        <p:pic>
          <p:nvPicPr>
            <p:cNvPr id="4" name="Graphic 3" descr="Badge Cross with solid fill">
              <a:extLst>
                <a:ext uri="{FF2B5EF4-FFF2-40B4-BE49-F238E27FC236}">
                  <a16:creationId xmlns:a16="http://schemas.microsoft.com/office/drawing/2014/main" id="{84070C3F-368A-0021-8214-0FACC6B0E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06094" y="3087100"/>
              <a:ext cx="792082" cy="792082"/>
            </a:xfrm>
            <a:prstGeom prst="rect">
              <a:avLst/>
            </a:prstGeom>
          </p:spPr>
        </p:pic>
        <p:sp>
          <p:nvSpPr>
            <p:cNvPr id="10" name="Rectangle: Diagonal Corners Rounded 9">
              <a:extLst>
                <a:ext uri="{FF2B5EF4-FFF2-40B4-BE49-F238E27FC236}">
                  <a16:creationId xmlns:a16="http://schemas.microsoft.com/office/drawing/2014/main" id="{8289DCEA-0752-1CBD-9129-0E43C3861372}"/>
                </a:ext>
              </a:extLst>
            </p:cNvPr>
            <p:cNvSpPr/>
            <p:nvPr/>
          </p:nvSpPr>
          <p:spPr>
            <a:xfrm>
              <a:off x="7295142" y="3125202"/>
              <a:ext cx="3328742" cy="715879"/>
            </a:xfrm>
            <a:prstGeom prst="round2DiagRect">
              <a:avLst/>
            </a:prstGeom>
            <a:solidFill>
              <a:schemeClr val="bg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$137.98 per share</a:t>
              </a:r>
              <a:endParaRPr lang="en-DE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F875A2E-5CA4-5145-AE9C-BDBDF2BE7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2366" y="2107532"/>
              <a:ext cx="874293" cy="8742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644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26D3C-DBA1-4B39-0242-3AAC4F56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A2A311-B9AB-A8A7-D178-67D6F66F25DC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ru" sz="4000"/>
              <a:t>The AI Market Analysis Challenge</a:t>
            </a:r>
            <a:endParaRPr lang="en-US" sz="4000" dirty="0"/>
          </a:p>
        </p:txBody>
      </p:sp>
      <p:pic>
        <p:nvPicPr>
          <p:cNvPr id="7" name="Graphic 6" descr="Badge Tick1 with solid fill">
            <a:extLst>
              <a:ext uri="{FF2B5EF4-FFF2-40B4-BE49-F238E27FC236}">
                <a16:creationId xmlns:a16="http://schemas.microsoft.com/office/drawing/2014/main" id="{7C4E0A75-A51C-3EAF-5D2F-CC0440ADF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6094" y="5477877"/>
            <a:ext cx="792082" cy="79208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2A6D09-D1B8-55A6-492F-FEDB4FBD4F63}"/>
              </a:ext>
            </a:extLst>
          </p:cNvPr>
          <p:cNvSpPr/>
          <p:nvPr/>
        </p:nvSpPr>
        <p:spPr>
          <a:xfrm>
            <a:off x="745957" y="2063416"/>
            <a:ext cx="5991726" cy="962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What is the highest stock price of AMZN on 22 Aug 2023?</a:t>
            </a:r>
            <a:endParaRPr lang="en-DE" sz="2800" dirty="0">
              <a:latin typeface="Amazon Ember Display" panose="020B0604020202020204" charset="0"/>
              <a:ea typeface="Amazon Ember Display" panose="020B0604020202020204" charset="0"/>
              <a:cs typeface="Amazon Ember Display" panose="020B060402020202020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17B97F-31C1-B0F1-695B-D3D80536F120}"/>
              </a:ext>
            </a:extLst>
          </p:cNvPr>
          <p:cNvSpPr/>
          <p:nvPr/>
        </p:nvSpPr>
        <p:spPr>
          <a:xfrm>
            <a:off x="745957" y="4265279"/>
            <a:ext cx="5991727" cy="9625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What is the company under ticker “PERF”?</a:t>
            </a:r>
            <a:endParaRPr lang="en-DE" sz="2800" dirty="0">
              <a:latin typeface="Amazon Ember Display" panose="020B0604020202020204" charset="0"/>
              <a:ea typeface="Amazon Ember Display" panose="020B0604020202020204" charset="0"/>
              <a:cs typeface="Amazon Ember Display" panose="020B0604020202020204" charset="0"/>
            </a:endParaRP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6E0699DF-A47A-BB87-54A7-EF6CBBFAF0A2}"/>
              </a:ext>
            </a:extLst>
          </p:cNvPr>
          <p:cNvSpPr/>
          <p:nvPr/>
        </p:nvSpPr>
        <p:spPr>
          <a:xfrm>
            <a:off x="7295142" y="5190625"/>
            <a:ext cx="3328742" cy="1366586"/>
          </a:xfrm>
          <a:prstGeom prst="round2Diag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Perfect Corp</a:t>
            </a:r>
          </a:p>
          <a:p>
            <a:pPr algn="ctr"/>
            <a:r>
              <a:rPr lang="en-US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(class A shares, listed on NYSE)</a:t>
            </a:r>
            <a:endParaRPr lang="en-DE" sz="2800" dirty="0">
              <a:latin typeface="Amazon Ember Display" panose="020B0604020202020204" charset="0"/>
              <a:ea typeface="Amazon Ember Display" panose="020B0604020202020204" charset="0"/>
              <a:cs typeface="Amazon Ember Display" panose="020B060402020202020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DD3A22-D14A-6227-04CA-D2A55C7AD6A6}"/>
              </a:ext>
            </a:extLst>
          </p:cNvPr>
          <p:cNvGrpSpPr/>
          <p:nvPr/>
        </p:nvGrpSpPr>
        <p:grpSpPr>
          <a:xfrm>
            <a:off x="7295142" y="2107532"/>
            <a:ext cx="4203034" cy="1771650"/>
            <a:chOff x="7295142" y="2107532"/>
            <a:chExt cx="4203034" cy="1771650"/>
          </a:xfrm>
        </p:grpSpPr>
        <p:sp>
          <p:nvSpPr>
            <p:cNvPr id="10" name="Rectangle: Diagonal Corners Rounded 9">
              <a:extLst>
                <a:ext uri="{FF2B5EF4-FFF2-40B4-BE49-F238E27FC236}">
                  <a16:creationId xmlns:a16="http://schemas.microsoft.com/office/drawing/2014/main" id="{703BD0F4-ADCE-9F5E-0482-10EA31AFF8E8}"/>
                </a:ext>
              </a:extLst>
            </p:cNvPr>
            <p:cNvSpPr/>
            <p:nvPr/>
          </p:nvSpPr>
          <p:spPr>
            <a:xfrm>
              <a:off x="7295142" y="3125202"/>
              <a:ext cx="3328742" cy="715879"/>
            </a:xfrm>
            <a:prstGeom prst="round2DiagRect">
              <a:avLst/>
            </a:prstGeom>
            <a:solidFill>
              <a:schemeClr val="bg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$135.65 per share</a:t>
              </a:r>
              <a:endParaRPr lang="en-DE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  <p:pic>
          <p:nvPicPr>
            <p:cNvPr id="2" name="Graphic 1" descr="Badge Tick1 with solid fill">
              <a:extLst>
                <a:ext uri="{FF2B5EF4-FFF2-40B4-BE49-F238E27FC236}">
                  <a16:creationId xmlns:a16="http://schemas.microsoft.com/office/drawing/2014/main" id="{D1FA4C1A-A0BD-98B9-4370-276472F01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06094" y="3087100"/>
              <a:ext cx="792082" cy="792082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AD446C1-D782-ECDD-B6A4-A1608526D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82951" y="2107532"/>
              <a:ext cx="953124" cy="8742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885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EAAC-03DC-0674-CC43-20E859937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A817662-551D-00D5-277F-108F99C9C7FD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dirty="0"/>
              <a:t>Agentic Architecture via MCP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86D663-AA96-C15E-5B6D-0FBD37C13949}"/>
              </a:ext>
            </a:extLst>
          </p:cNvPr>
          <p:cNvSpPr txBox="1"/>
          <p:nvPr/>
        </p:nvSpPr>
        <p:spPr>
          <a:xfrm>
            <a:off x="526603" y="1879731"/>
            <a:ext cx="11311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0" i="0" u="sng" dirty="0">
                <a:effectLst/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Model Context Protocol (MCP)</a:t>
            </a:r>
            <a:r>
              <a:rPr lang="en-US" sz="1800" b="0" i="0" u="none" strike="noStrike" dirty="0">
                <a:effectLst/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: an open-source standard for connecting AI applications to external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D67D6E-5E70-8A0C-DB0C-B8E3210D165C}"/>
              </a:ext>
            </a:extLst>
          </p:cNvPr>
          <p:cNvSpPr txBox="1"/>
          <p:nvPr/>
        </p:nvSpPr>
        <p:spPr>
          <a:xfrm>
            <a:off x="4453742" y="5249234"/>
            <a:ext cx="334526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Benefits for financial markets</a:t>
            </a:r>
            <a:endParaRPr lang="en-DE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B42F66-B07D-A378-1BB1-28155DF46A9C}"/>
              </a:ext>
            </a:extLst>
          </p:cNvPr>
          <p:cNvSpPr txBox="1"/>
          <p:nvPr/>
        </p:nvSpPr>
        <p:spPr>
          <a:xfrm>
            <a:off x="938081" y="4812012"/>
            <a:ext cx="1947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Real-time data extraction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FB19D-8277-B805-E373-83BF93F92F7F}"/>
              </a:ext>
            </a:extLst>
          </p:cNvPr>
          <p:cNvSpPr txBox="1"/>
          <p:nvPr/>
        </p:nvSpPr>
        <p:spPr>
          <a:xfrm>
            <a:off x="3285061" y="3689335"/>
            <a:ext cx="1947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Data quality guarantee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F4F2EB-0A6E-2722-04A0-CB8EF8C858F7}"/>
              </a:ext>
            </a:extLst>
          </p:cNvPr>
          <p:cNvSpPr txBox="1"/>
          <p:nvPr/>
        </p:nvSpPr>
        <p:spPr>
          <a:xfrm>
            <a:off x="7673807" y="3689336"/>
            <a:ext cx="2773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Access to specialized calculation engines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9DFAAB-EFEE-6A29-0E2A-DDD184EEC059}"/>
              </a:ext>
            </a:extLst>
          </p:cNvPr>
          <p:cNvSpPr txBox="1"/>
          <p:nvPr/>
        </p:nvSpPr>
        <p:spPr>
          <a:xfrm>
            <a:off x="9570262" y="4614005"/>
            <a:ext cx="2061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Enhanced security and compliance</a:t>
            </a:r>
            <a:endParaRPr lang="en-DE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63D1E22-90DC-754A-FECB-FCCFF7176A7A}"/>
              </a:ext>
            </a:extLst>
          </p:cNvPr>
          <p:cNvGrpSpPr/>
          <p:nvPr/>
        </p:nvGrpSpPr>
        <p:grpSpPr>
          <a:xfrm>
            <a:off x="2127418" y="3915259"/>
            <a:ext cx="7929700" cy="6680660"/>
            <a:chOff x="2127418" y="3915259"/>
            <a:chExt cx="7929700" cy="668066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90B0DDC-5CC2-AC8F-F715-6733268C2BB8}"/>
                </a:ext>
              </a:extLst>
            </p:cNvPr>
            <p:cNvGrpSpPr/>
            <p:nvPr/>
          </p:nvGrpSpPr>
          <p:grpSpPr>
            <a:xfrm>
              <a:off x="2127418" y="3915259"/>
              <a:ext cx="7929700" cy="6680660"/>
              <a:chOff x="2127418" y="3915259"/>
              <a:chExt cx="7929700" cy="6680660"/>
            </a:xfrm>
          </p:grpSpPr>
          <p:sp>
            <p:nvSpPr>
              <p:cNvPr id="2" name="Arc 1">
                <a:extLst>
                  <a:ext uri="{FF2B5EF4-FFF2-40B4-BE49-F238E27FC236}">
                    <a16:creationId xmlns:a16="http://schemas.microsoft.com/office/drawing/2014/main" id="{E0818F87-DF1B-B39D-21BA-ED0EB45BF01B}"/>
                  </a:ext>
                </a:extLst>
              </p:cNvPr>
              <p:cNvSpPr/>
              <p:nvPr/>
            </p:nvSpPr>
            <p:spPr>
              <a:xfrm>
                <a:off x="2127418" y="4289659"/>
                <a:ext cx="7929700" cy="6306260"/>
              </a:xfrm>
              <a:prstGeom prst="arc">
                <a:avLst>
                  <a:gd name="adj1" fmla="val 11706584"/>
                  <a:gd name="adj2" fmla="val 20658760"/>
                </a:avLst>
              </a:prstGeom>
              <a:ln w="158750" cap="rnd">
                <a:gradFill>
                  <a:gsLst>
                    <a:gs pos="70300">
                      <a:srgbClr val="A334FB"/>
                    </a:gs>
                    <a:gs pos="40600">
                      <a:schemeClr val="accent5"/>
                    </a:gs>
                    <a:gs pos="0">
                      <a:srgbClr val="FE4293"/>
                    </a:gs>
                    <a:gs pos="100000">
                      <a:srgbClr val="254BFF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mazon Ember Display" panose="020F0603020204020204" pitchFamily="34" charset="0"/>
                </a:endParaRPr>
              </a:p>
            </p:txBody>
          </p: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63CCE81-D37A-6ADD-5725-69E3ED378E95}"/>
                  </a:ext>
                </a:extLst>
              </p:cNvPr>
              <p:cNvSpPr/>
              <p:nvPr/>
            </p:nvSpPr>
            <p:spPr>
              <a:xfrm>
                <a:off x="2664216" y="4872945"/>
                <a:ext cx="978610" cy="97861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6399E"/>
                  </a:gs>
                  <a:gs pos="0">
                    <a:srgbClr val="E020BA"/>
                  </a:gs>
                </a:gsLst>
                <a:lin ang="6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  <a:latin typeface="Amazon Ember Display"/>
                </a:endParaRP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7CD372F6-F310-215D-5400-A2968C227C07}"/>
                  </a:ext>
                </a:extLst>
              </p:cNvPr>
              <p:cNvSpPr/>
              <p:nvPr/>
            </p:nvSpPr>
            <p:spPr>
              <a:xfrm>
                <a:off x="8542070" y="4893869"/>
                <a:ext cx="978610" cy="97861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1745D4"/>
                  </a:gs>
                  <a:gs pos="0">
                    <a:srgbClr val="723DC9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  <a:latin typeface="Amazon Ember Display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E07B4A1-9E06-1BF0-E52E-1DEFF040181D}"/>
                  </a:ext>
                </a:extLst>
              </p:cNvPr>
              <p:cNvSpPr/>
              <p:nvPr/>
            </p:nvSpPr>
            <p:spPr>
              <a:xfrm>
                <a:off x="4591819" y="3915259"/>
                <a:ext cx="978610" cy="97861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920CB6"/>
                  </a:gs>
                  <a:gs pos="0">
                    <a:srgbClr val="D71FBD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  <a:latin typeface="Amazon Ember Display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12E5417-A658-5ED0-88B0-23A1ABDC7444}"/>
                  </a:ext>
                </a:extLst>
              </p:cNvPr>
              <p:cNvSpPr/>
              <p:nvPr/>
            </p:nvSpPr>
            <p:spPr>
              <a:xfrm>
                <a:off x="6695197" y="3915260"/>
                <a:ext cx="978610" cy="97861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9F35FB"/>
                  </a:gs>
                  <a:gs pos="0">
                    <a:srgbClr val="B418ED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mazon Ember Display"/>
                  <a:ea typeface="+mn-ea"/>
                  <a:cs typeface="+mn-cs"/>
                </a:endParaRPr>
              </a:p>
            </p:txBody>
          </p:sp>
        </p:grp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F7B2F2F3-6950-1A89-FA1B-0290CEDA4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95364" y="4875519"/>
              <a:ext cx="1015310" cy="1015310"/>
            </a:xfrm>
            <a:prstGeom prst="rect">
              <a:avLst/>
            </a:prstGeom>
          </p:spPr>
        </p:pic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540D3E66-4842-6E1C-18A6-C4D53FD39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08709" y="4914793"/>
            <a:ext cx="936762" cy="93676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9B8E91-DE1B-1EE6-7301-AB611C540A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2003" y="3915241"/>
            <a:ext cx="917067" cy="91706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32B94AB-8EAF-B01A-1433-167A912C30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86556" y="3915944"/>
            <a:ext cx="959575" cy="95957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DA15D1B-3511-3DBA-D898-9868DF26CC1F}"/>
              </a:ext>
            </a:extLst>
          </p:cNvPr>
          <p:cNvGrpSpPr/>
          <p:nvPr/>
        </p:nvGrpSpPr>
        <p:grpSpPr>
          <a:xfrm>
            <a:off x="1901953" y="2568340"/>
            <a:ext cx="7590413" cy="684011"/>
            <a:chOff x="1901953" y="2568340"/>
            <a:chExt cx="7590413" cy="684011"/>
          </a:xfrm>
        </p:grpSpPr>
        <p:sp>
          <p:nvSpPr>
            <p:cNvPr id="21" name="Text Placeholder 15">
              <a:extLst>
                <a:ext uri="{FF2B5EF4-FFF2-40B4-BE49-F238E27FC236}">
                  <a16:creationId xmlns:a16="http://schemas.microsoft.com/office/drawing/2014/main" id="{C27925A3-15AB-E0E8-B65A-C11A3E82C9F9}"/>
                </a:ext>
              </a:extLst>
            </p:cNvPr>
            <p:cNvSpPr txBox="1">
              <a:spLocks/>
            </p:cNvSpPr>
            <p:nvPr/>
          </p:nvSpPr>
          <p:spPr>
            <a:xfrm>
              <a:off x="1901953" y="2568341"/>
              <a:ext cx="309563" cy="309563"/>
            </a:xfrm>
            <a:prstGeom prst="rect">
              <a:avLst/>
            </a:prstGeom>
            <a:blipFill>
              <a:blip r:embed="rId10"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00" b="0" i="0" kern="1200">
                  <a:solidFill>
                    <a:schemeClr val="tx1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1pPr>
              <a:lvl2pPr marL="228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b="0" i="0" kern="1200">
                  <a:solidFill>
                    <a:schemeClr val="tx1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2pPr>
              <a:lvl3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b="0" i="0" kern="1200">
                  <a:solidFill>
                    <a:schemeClr val="tx1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3pPr>
              <a:lvl4pPr marL="685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b="0" i="0" kern="1200">
                  <a:solidFill>
                    <a:schemeClr val="tx1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4pPr>
              <a:lvl5pPr marL="685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b="0" i="0" kern="1200">
                  <a:solidFill>
                    <a:schemeClr val="tx1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  <p:sp>
          <p:nvSpPr>
            <p:cNvPr id="22" name="Text Placeholder 15">
              <a:extLst>
                <a:ext uri="{FF2B5EF4-FFF2-40B4-BE49-F238E27FC236}">
                  <a16:creationId xmlns:a16="http://schemas.microsoft.com/office/drawing/2014/main" id="{460B3D86-49EE-3D9B-FB7C-51C331EFF972}"/>
                </a:ext>
              </a:extLst>
            </p:cNvPr>
            <p:cNvSpPr txBox="1">
              <a:spLocks/>
            </p:cNvSpPr>
            <p:nvPr/>
          </p:nvSpPr>
          <p:spPr>
            <a:xfrm>
              <a:off x="9182803" y="2568340"/>
              <a:ext cx="309563" cy="309563"/>
            </a:xfrm>
            <a:prstGeom prst="rect">
              <a:avLst/>
            </a:prstGeom>
            <a:blipFill>
              <a:blip r:embed="rId11"/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00" b="0" i="0" kern="1200">
                  <a:solidFill>
                    <a:schemeClr val="tx1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1pPr>
              <a:lvl2pPr marL="228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b="0" i="0" kern="1200">
                  <a:solidFill>
                    <a:schemeClr val="tx1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2pPr>
              <a:lvl3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b="0" i="0" kern="1200">
                  <a:solidFill>
                    <a:schemeClr val="tx1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3pPr>
              <a:lvl4pPr marL="685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b="0" i="0" kern="1200">
                  <a:solidFill>
                    <a:schemeClr val="tx1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4pPr>
              <a:lvl5pPr marL="685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b="0" i="0" kern="1200">
                  <a:solidFill>
                    <a:schemeClr val="tx1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 </a:t>
              </a:r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0088FB8-3DC7-B022-D2D4-B74C9620DD2F}"/>
                </a:ext>
              </a:extLst>
            </p:cNvPr>
            <p:cNvSpPr txBox="1"/>
            <p:nvPr/>
          </p:nvSpPr>
          <p:spPr>
            <a:xfrm>
              <a:off x="2127418" y="2667576"/>
              <a:ext cx="721016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-US" sz="3200" b="0" u="none" strike="noStrike" dirty="0">
                  <a:effectLst/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...like a USB-C port for AI applications</a:t>
              </a:r>
              <a:endParaRPr lang="en-US" sz="3200" dirty="0">
                <a:effectLst/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112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5D6227-4E04-A868-D15A-ED42539CA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" y="762000"/>
            <a:ext cx="1060132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82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B206A-06AB-14B8-151B-6BCBBE84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F6262D-1748-73C3-B542-ACB2028D4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" y="762000"/>
            <a:ext cx="1060132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71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5937-A08E-C60F-24B1-BA189A750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39D2143-439E-14FB-3330-9B9A55971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728663"/>
            <a:ext cx="10591800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60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7D8F9-4B17-5D53-CAB1-E4877A5C4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1CB5381D-E50F-E1A2-005E-0847D64D9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728663"/>
            <a:ext cx="10591800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946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BBBE8-BA80-AED9-A8B5-FEF931ED5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CEFDAF3-8953-5CED-BD7E-5124B75B2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728663"/>
            <a:ext cx="10591800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116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DB546-0AFC-3FC6-5DBE-0B89A798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32C872-256D-2B76-6130-772E831BBEBA}"/>
              </a:ext>
            </a:extLst>
          </p:cNvPr>
          <p:cNvSpPr txBox="1"/>
          <p:nvPr/>
        </p:nvSpPr>
        <p:spPr>
          <a:xfrm>
            <a:off x="1957083" y="4113199"/>
            <a:ext cx="138852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mazon Ember Light" panose="020B0403020204020204" pitchFamily="34" charset="0"/>
                <a:cs typeface="Amazon Ember Light" panose="020B0403020204020204" pitchFamily="34" charset="0"/>
              </a:defRPr>
            </a:lvl1pPr>
          </a:lstStyle>
          <a:p>
            <a:r>
              <a:rPr lang="en-US" sz="1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MCP Client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1754A-5CCD-835F-FD5D-2EA70B9882B9}"/>
              </a:ext>
            </a:extLst>
          </p:cNvPr>
          <p:cNvSpPr txBox="1"/>
          <p:nvPr/>
        </p:nvSpPr>
        <p:spPr>
          <a:xfrm>
            <a:off x="950771" y="4113199"/>
            <a:ext cx="71686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User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3AB2910-76E3-6442-26CE-8A353EFBBBF9}"/>
              </a:ext>
            </a:extLst>
          </p:cNvPr>
          <p:cNvSpPr>
            <a:spLocks noChangeAspect="1"/>
          </p:cNvSpPr>
          <p:nvPr/>
        </p:nvSpPr>
        <p:spPr>
          <a:xfrm>
            <a:off x="1019050" y="3433852"/>
            <a:ext cx="579693" cy="640080"/>
          </a:xfrm>
          <a:custGeom>
            <a:avLst/>
            <a:gdLst>
              <a:gd name="connsiteX0" fmla="*/ 301561 w 384047"/>
              <a:gd name="connsiteY0" fmla="*/ 109061 h 424053"/>
              <a:gd name="connsiteX1" fmla="*/ 192500 w 384047"/>
              <a:gd name="connsiteY1" fmla="*/ 218123 h 424053"/>
              <a:gd name="connsiteX2" fmla="*/ 83439 w 384047"/>
              <a:gd name="connsiteY2" fmla="*/ 109061 h 424053"/>
              <a:gd name="connsiteX3" fmla="*/ 192500 w 384047"/>
              <a:gd name="connsiteY3" fmla="*/ 0 h 424053"/>
              <a:gd name="connsiteX4" fmla="*/ 301561 w 384047"/>
              <a:gd name="connsiteY4" fmla="*/ 109061 h 424053"/>
              <a:gd name="connsiteX5" fmla="*/ 384048 w 384047"/>
              <a:gd name="connsiteY5" fmla="*/ 424053 h 424053"/>
              <a:gd name="connsiteX6" fmla="*/ 191357 w 384047"/>
              <a:gd name="connsiteY6" fmla="*/ 225171 h 424053"/>
              <a:gd name="connsiteX7" fmla="*/ 93250 w 384047"/>
              <a:gd name="connsiteY7" fmla="*/ 253270 h 424053"/>
              <a:gd name="connsiteX8" fmla="*/ 0 w 384047"/>
              <a:gd name="connsiteY8" fmla="*/ 424053 h 424053"/>
              <a:gd name="connsiteX9" fmla="*/ 384048 w 384047"/>
              <a:gd name="connsiteY9" fmla="*/ 424053 h 424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" h="424053">
                <a:moveTo>
                  <a:pt x="301561" y="109061"/>
                </a:moveTo>
                <a:cubicBezTo>
                  <a:pt x="301561" y="169450"/>
                  <a:pt x="252889" y="218123"/>
                  <a:pt x="192500" y="218123"/>
                </a:cubicBezTo>
                <a:cubicBezTo>
                  <a:pt x="132112" y="218123"/>
                  <a:pt x="83439" y="169450"/>
                  <a:pt x="83439" y="109061"/>
                </a:cubicBezTo>
                <a:cubicBezTo>
                  <a:pt x="83439" y="48673"/>
                  <a:pt x="132112" y="0"/>
                  <a:pt x="192500" y="0"/>
                </a:cubicBezTo>
                <a:cubicBezTo>
                  <a:pt x="252889" y="0"/>
                  <a:pt x="301561" y="48673"/>
                  <a:pt x="301561" y="109061"/>
                </a:cubicBezTo>
                <a:moveTo>
                  <a:pt x="384048" y="424053"/>
                </a:moveTo>
                <a:cubicBezTo>
                  <a:pt x="384048" y="313658"/>
                  <a:pt x="298323" y="225171"/>
                  <a:pt x="191357" y="225171"/>
                </a:cubicBezTo>
                <a:cubicBezTo>
                  <a:pt x="155734" y="225171"/>
                  <a:pt x="122111" y="235458"/>
                  <a:pt x="93250" y="253270"/>
                </a:cubicBezTo>
                <a:cubicBezTo>
                  <a:pt x="37719" y="288227"/>
                  <a:pt x="0" y="351377"/>
                  <a:pt x="0" y="424053"/>
                </a:cubicBezTo>
                <a:lnTo>
                  <a:pt x="384048" y="424053"/>
                </a:ln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D75B8F4-6C19-6EA0-142E-C382449D0538}"/>
              </a:ext>
            </a:extLst>
          </p:cNvPr>
          <p:cNvGrpSpPr>
            <a:grpSpLocks noChangeAspect="1"/>
          </p:cNvGrpSpPr>
          <p:nvPr/>
        </p:nvGrpSpPr>
        <p:grpSpPr>
          <a:xfrm>
            <a:off x="2246151" y="3478258"/>
            <a:ext cx="810387" cy="551268"/>
            <a:chOff x="10382275" y="2708527"/>
            <a:chExt cx="810387" cy="55126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37BC0ED-1BC0-DD42-7C69-0AC0D84A3C20}"/>
                </a:ext>
              </a:extLst>
            </p:cNvPr>
            <p:cNvSpPr/>
            <p:nvPr/>
          </p:nvSpPr>
          <p:spPr>
            <a:xfrm>
              <a:off x="10382275" y="2708527"/>
              <a:ext cx="810387" cy="551268"/>
            </a:xfrm>
            <a:custGeom>
              <a:avLst/>
              <a:gdLst>
                <a:gd name="connsiteX0" fmla="*/ 0 w 810387"/>
                <a:gd name="connsiteY0" fmla="*/ 493776 h 551268"/>
                <a:gd name="connsiteX1" fmla="*/ 810387 w 810387"/>
                <a:gd name="connsiteY1" fmla="*/ 493776 h 551268"/>
                <a:gd name="connsiteX2" fmla="*/ 810387 w 810387"/>
                <a:gd name="connsiteY2" fmla="*/ 533781 h 551268"/>
                <a:gd name="connsiteX3" fmla="*/ 805472 w 810387"/>
                <a:gd name="connsiteY3" fmla="*/ 538124 h 551268"/>
                <a:gd name="connsiteX4" fmla="*/ 768210 w 810387"/>
                <a:gd name="connsiteY4" fmla="*/ 551269 h 551268"/>
                <a:gd name="connsiteX5" fmla="*/ 47777 w 810387"/>
                <a:gd name="connsiteY5" fmla="*/ 551269 h 551268"/>
                <a:gd name="connsiteX6" fmla="*/ 2743 w 810387"/>
                <a:gd name="connsiteY6" fmla="*/ 535953 h 551268"/>
                <a:gd name="connsiteX7" fmla="*/ 0 w 810387"/>
                <a:gd name="connsiteY7" fmla="*/ 533781 h 551268"/>
                <a:gd name="connsiteX8" fmla="*/ 0 w 810387"/>
                <a:gd name="connsiteY8" fmla="*/ 493776 h 551268"/>
                <a:gd name="connsiteX9" fmla="*/ 0 w 810387"/>
                <a:gd name="connsiteY9" fmla="*/ 493776 h 551268"/>
                <a:gd name="connsiteX10" fmla="*/ 700888 w 810387"/>
                <a:gd name="connsiteY10" fmla="*/ 426568 h 551268"/>
                <a:gd name="connsiteX11" fmla="*/ 700888 w 810387"/>
                <a:gd name="connsiteY11" fmla="*/ 426568 h 551268"/>
                <a:gd name="connsiteX12" fmla="*/ 697573 w 810387"/>
                <a:gd name="connsiteY12" fmla="*/ 53492 h 551268"/>
                <a:gd name="connsiteX13" fmla="*/ 681114 w 810387"/>
                <a:gd name="connsiteY13" fmla="*/ 37033 h 551268"/>
                <a:gd name="connsiteX14" fmla="*/ 125959 w 810387"/>
                <a:gd name="connsiteY14" fmla="*/ 37033 h 551268"/>
                <a:gd name="connsiteX15" fmla="*/ 109499 w 810387"/>
                <a:gd name="connsiteY15" fmla="*/ 53492 h 551268"/>
                <a:gd name="connsiteX16" fmla="*/ 109499 w 810387"/>
                <a:gd name="connsiteY16" fmla="*/ 426568 h 551268"/>
                <a:gd name="connsiteX17" fmla="*/ 125959 w 810387"/>
                <a:gd name="connsiteY17" fmla="*/ 443027 h 551268"/>
                <a:gd name="connsiteX18" fmla="*/ 684428 w 810387"/>
                <a:gd name="connsiteY18" fmla="*/ 443027 h 551268"/>
                <a:gd name="connsiteX19" fmla="*/ 700888 w 810387"/>
                <a:gd name="connsiteY19" fmla="*/ 426568 h 551268"/>
                <a:gd name="connsiteX20" fmla="*/ 700888 w 810387"/>
                <a:gd name="connsiteY20" fmla="*/ 426568 h 551268"/>
                <a:gd name="connsiteX21" fmla="*/ 724433 w 810387"/>
                <a:gd name="connsiteY21" fmla="*/ 491604 h 551268"/>
                <a:gd name="connsiteX22" fmla="*/ 740893 w 810387"/>
                <a:gd name="connsiteY22" fmla="*/ 475145 h 551268"/>
                <a:gd name="connsiteX23" fmla="*/ 740893 w 810387"/>
                <a:gd name="connsiteY23" fmla="*/ 475145 h 551268"/>
                <a:gd name="connsiteX24" fmla="*/ 740893 w 810387"/>
                <a:gd name="connsiteY24" fmla="*/ 16459 h 551268"/>
                <a:gd name="connsiteX25" fmla="*/ 724433 w 810387"/>
                <a:gd name="connsiteY25" fmla="*/ 0 h 551268"/>
                <a:gd name="connsiteX26" fmla="*/ 85839 w 810387"/>
                <a:gd name="connsiteY26" fmla="*/ 0 h 551268"/>
                <a:gd name="connsiteX27" fmla="*/ 69380 w 810387"/>
                <a:gd name="connsiteY27" fmla="*/ 16459 h 551268"/>
                <a:gd name="connsiteX28" fmla="*/ 69380 w 810387"/>
                <a:gd name="connsiteY28" fmla="*/ 475145 h 551268"/>
                <a:gd name="connsiteX29" fmla="*/ 85839 w 810387"/>
                <a:gd name="connsiteY29" fmla="*/ 491604 h 551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10387" h="551268">
                  <a:moveTo>
                    <a:pt x="0" y="493776"/>
                  </a:moveTo>
                  <a:lnTo>
                    <a:pt x="810387" y="493776"/>
                  </a:lnTo>
                  <a:lnTo>
                    <a:pt x="810387" y="533781"/>
                  </a:lnTo>
                  <a:lnTo>
                    <a:pt x="805472" y="538124"/>
                  </a:lnTo>
                  <a:cubicBezTo>
                    <a:pt x="795071" y="546926"/>
                    <a:pt x="781926" y="551269"/>
                    <a:pt x="768210" y="551269"/>
                  </a:cubicBezTo>
                  <a:lnTo>
                    <a:pt x="47777" y="551269"/>
                  </a:lnTo>
                  <a:cubicBezTo>
                    <a:pt x="31890" y="551269"/>
                    <a:pt x="16002" y="545783"/>
                    <a:pt x="2743" y="535953"/>
                  </a:cubicBezTo>
                  <a:lnTo>
                    <a:pt x="0" y="533781"/>
                  </a:lnTo>
                  <a:lnTo>
                    <a:pt x="0" y="493776"/>
                  </a:lnTo>
                  <a:lnTo>
                    <a:pt x="0" y="493776"/>
                  </a:lnTo>
                  <a:close/>
                  <a:moveTo>
                    <a:pt x="700888" y="426568"/>
                  </a:moveTo>
                  <a:lnTo>
                    <a:pt x="700888" y="426568"/>
                  </a:lnTo>
                  <a:lnTo>
                    <a:pt x="697573" y="53492"/>
                  </a:lnTo>
                  <a:cubicBezTo>
                    <a:pt x="697573" y="44120"/>
                    <a:pt x="689915" y="37033"/>
                    <a:pt x="681114" y="37033"/>
                  </a:cubicBezTo>
                  <a:lnTo>
                    <a:pt x="125959" y="37033"/>
                  </a:lnTo>
                  <a:cubicBezTo>
                    <a:pt x="116586" y="37033"/>
                    <a:pt x="109499" y="44691"/>
                    <a:pt x="109499" y="53492"/>
                  </a:cubicBezTo>
                  <a:lnTo>
                    <a:pt x="109499" y="426568"/>
                  </a:lnTo>
                  <a:cubicBezTo>
                    <a:pt x="109499" y="435940"/>
                    <a:pt x="117158" y="443027"/>
                    <a:pt x="125959" y="443027"/>
                  </a:cubicBezTo>
                  <a:lnTo>
                    <a:pt x="684428" y="443027"/>
                  </a:lnTo>
                  <a:cubicBezTo>
                    <a:pt x="693801" y="443027"/>
                    <a:pt x="700888" y="435369"/>
                    <a:pt x="700888" y="426568"/>
                  </a:cubicBezTo>
                  <a:lnTo>
                    <a:pt x="700888" y="426568"/>
                  </a:lnTo>
                  <a:close/>
                  <a:moveTo>
                    <a:pt x="724433" y="491604"/>
                  </a:moveTo>
                  <a:cubicBezTo>
                    <a:pt x="733806" y="491604"/>
                    <a:pt x="740893" y="483946"/>
                    <a:pt x="740893" y="475145"/>
                  </a:cubicBezTo>
                  <a:lnTo>
                    <a:pt x="740893" y="475145"/>
                  </a:lnTo>
                  <a:lnTo>
                    <a:pt x="740893" y="16459"/>
                  </a:lnTo>
                  <a:cubicBezTo>
                    <a:pt x="740893" y="7087"/>
                    <a:pt x="733235" y="0"/>
                    <a:pt x="724433" y="0"/>
                  </a:cubicBezTo>
                  <a:lnTo>
                    <a:pt x="85839" y="0"/>
                  </a:lnTo>
                  <a:cubicBezTo>
                    <a:pt x="76467" y="0"/>
                    <a:pt x="69380" y="7658"/>
                    <a:pt x="69380" y="16459"/>
                  </a:cubicBezTo>
                  <a:lnTo>
                    <a:pt x="69380" y="475145"/>
                  </a:lnTo>
                  <a:cubicBezTo>
                    <a:pt x="69380" y="484518"/>
                    <a:pt x="77038" y="491604"/>
                    <a:pt x="85839" y="491604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7395126-D6FF-76E6-C9EE-9EB35AD4E793}"/>
                </a:ext>
              </a:extLst>
            </p:cNvPr>
            <p:cNvSpPr/>
            <p:nvPr/>
          </p:nvSpPr>
          <p:spPr>
            <a:xfrm>
              <a:off x="10630992" y="2790137"/>
              <a:ext cx="312953" cy="312724"/>
            </a:xfrm>
            <a:custGeom>
              <a:avLst/>
              <a:gdLst>
                <a:gd name="connsiteX0" fmla="*/ 273406 w 312953"/>
                <a:gd name="connsiteY0" fmla="*/ 52692 h 312724"/>
                <a:gd name="connsiteX1" fmla="*/ 217513 w 312953"/>
                <a:gd name="connsiteY1" fmla="*/ 77724 h 312724"/>
                <a:gd name="connsiteX2" fmla="*/ 158877 w 312953"/>
                <a:gd name="connsiteY2" fmla="*/ 82182 h 312724"/>
                <a:gd name="connsiteX3" fmla="*/ 90640 w 312953"/>
                <a:gd name="connsiteY3" fmla="*/ 76124 h 312724"/>
                <a:gd name="connsiteX4" fmla="*/ 44006 w 312953"/>
                <a:gd name="connsiteY4" fmla="*/ 49492 h 312724"/>
                <a:gd name="connsiteX5" fmla="*/ 241859 w 312953"/>
                <a:gd name="connsiteY5" fmla="*/ 156362 h 312724"/>
                <a:gd name="connsiteX6" fmla="*/ 155219 w 312953"/>
                <a:gd name="connsiteY6" fmla="*/ 0 h 312724"/>
                <a:gd name="connsiteX7" fmla="*/ 68580 w 312953"/>
                <a:gd name="connsiteY7" fmla="*/ 156362 h 312724"/>
                <a:gd name="connsiteX8" fmla="*/ 155219 w 312953"/>
                <a:gd name="connsiteY8" fmla="*/ 312725 h 312724"/>
                <a:gd name="connsiteX9" fmla="*/ 241859 w 312953"/>
                <a:gd name="connsiteY9" fmla="*/ 156362 h 312724"/>
                <a:gd name="connsiteX10" fmla="*/ 241859 w 312953"/>
                <a:gd name="connsiteY10" fmla="*/ 156362 h 312724"/>
                <a:gd name="connsiteX11" fmla="*/ 0 w 312953"/>
                <a:gd name="connsiteY11" fmla="*/ 156362 h 312724"/>
                <a:gd name="connsiteX12" fmla="*/ 312953 w 312953"/>
                <a:gd name="connsiteY12" fmla="*/ 156362 h 312724"/>
                <a:gd name="connsiteX13" fmla="*/ 269977 w 312953"/>
                <a:gd name="connsiteY13" fmla="*/ 263576 h 312724"/>
                <a:gd name="connsiteX14" fmla="*/ 269977 w 312953"/>
                <a:gd name="connsiteY14" fmla="*/ 263576 h 312724"/>
                <a:gd name="connsiteX15" fmla="*/ 216370 w 312953"/>
                <a:gd name="connsiteY15" fmla="*/ 237858 h 312724"/>
                <a:gd name="connsiteX16" fmla="*/ 216370 w 312953"/>
                <a:gd name="connsiteY16" fmla="*/ 237858 h 312724"/>
                <a:gd name="connsiteX17" fmla="*/ 155219 w 312953"/>
                <a:gd name="connsiteY17" fmla="*/ 233286 h 312724"/>
                <a:gd name="connsiteX18" fmla="*/ 90640 w 312953"/>
                <a:gd name="connsiteY18" fmla="*/ 238658 h 312724"/>
                <a:gd name="connsiteX19" fmla="*/ 41148 w 312953"/>
                <a:gd name="connsiteY19" fmla="*/ 261518 h 312724"/>
                <a:gd name="connsiteX20" fmla="*/ 312725 w 312953"/>
                <a:gd name="connsiteY20" fmla="*/ 156362 h 312724"/>
                <a:gd name="connsiteX21" fmla="*/ 157048 w 312953"/>
                <a:gd name="connsiteY21" fmla="*/ 0 h 312724"/>
                <a:gd name="connsiteX22" fmla="*/ 1372 w 312953"/>
                <a:gd name="connsiteY22" fmla="*/ 156362 h 312724"/>
                <a:gd name="connsiteX23" fmla="*/ 157048 w 312953"/>
                <a:gd name="connsiteY23" fmla="*/ 312725 h 312724"/>
                <a:gd name="connsiteX24" fmla="*/ 312725 w 312953"/>
                <a:gd name="connsiteY24" fmla="*/ 156362 h 312724"/>
                <a:gd name="connsiteX25" fmla="*/ 312725 w 312953"/>
                <a:gd name="connsiteY25" fmla="*/ 156362 h 312724"/>
                <a:gd name="connsiteX26" fmla="*/ 156362 w 312953"/>
                <a:gd name="connsiteY26" fmla="*/ 4115 h 312724"/>
                <a:gd name="connsiteX27" fmla="*/ 156362 w 312953"/>
                <a:gd name="connsiteY27" fmla="*/ 309524 h 31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12953" h="312724">
                  <a:moveTo>
                    <a:pt x="273406" y="52692"/>
                  </a:moveTo>
                  <a:cubicBezTo>
                    <a:pt x="269977" y="63436"/>
                    <a:pt x="249060" y="72581"/>
                    <a:pt x="217513" y="77724"/>
                  </a:cubicBezTo>
                  <a:cubicBezTo>
                    <a:pt x="200482" y="80582"/>
                    <a:pt x="180708" y="82182"/>
                    <a:pt x="158877" y="82182"/>
                  </a:cubicBezTo>
                  <a:cubicBezTo>
                    <a:pt x="132702" y="82182"/>
                    <a:pt x="109157" y="79896"/>
                    <a:pt x="90640" y="76124"/>
                  </a:cubicBezTo>
                  <a:cubicBezTo>
                    <a:pt x="61722" y="70066"/>
                    <a:pt x="44006" y="60465"/>
                    <a:pt x="44006" y="49492"/>
                  </a:cubicBezTo>
                  <a:moveTo>
                    <a:pt x="241859" y="156362"/>
                  </a:moveTo>
                  <a:cubicBezTo>
                    <a:pt x="241859" y="70066"/>
                    <a:pt x="203111" y="0"/>
                    <a:pt x="155219" y="0"/>
                  </a:cubicBezTo>
                  <a:cubicBezTo>
                    <a:pt x="107328" y="0"/>
                    <a:pt x="68580" y="69952"/>
                    <a:pt x="68580" y="156362"/>
                  </a:cubicBezTo>
                  <a:cubicBezTo>
                    <a:pt x="68580" y="242773"/>
                    <a:pt x="107328" y="312725"/>
                    <a:pt x="155219" y="312725"/>
                  </a:cubicBezTo>
                  <a:cubicBezTo>
                    <a:pt x="203111" y="312725"/>
                    <a:pt x="241859" y="242773"/>
                    <a:pt x="241859" y="156362"/>
                  </a:cubicBezTo>
                  <a:lnTo>
                    <a:pt x="241859" y="156362"/>
                  </a:lnTo>
                  <a:close/>
                  <a:moveTo>
                    <a:pt x="0" y="156362"/>
                  </a:moveTo>
                  <a:lnTo>
                    <a:pt x="312953" y="156362"/>
                  </a:lnTo>
                  <a:moveTo>
                    <a:pt x="269977" y="263576"/>
                  </a:moveTo>
                  <a:lnTo>
                    <a:pt x="269977" y="263576"/>
                  </a:lnTo>
                  <a:cubicBezTo>
                    <a:pt x="267691" y="252717"/>
                    <a:pt x="247460" y="243230"/>
                    <a:pt x="216370" y="237858"/>
                  </a:cubicBezTo>
                  <a:lnTo>
                    <a:pt x="216370" y="237858"/>
                  </a:lnTo>
                  <a:cubicBezTo>
                    <a:pt x="198882" y="234887"/>
                    <a:pt x="178194" y="233286"/>
                    <a:pt x="155219" y="233286"/>
                  </a:cubicBezTo>
                  <a:cubicBezTo>
                    <a:pt x="130645" y="233286"/>
                    <a:pt x="108585" y="235115"/>
                    <a:pt x="90640" y="238658"/>
                  </a:cubicBezTo>
                  <a:cubicBezTo>
                    <a:pt x="63551" y="243802"/>
                    <a:pt x="45377" y="252032"/>
                    <a:pt x="41148" y="261518"/>
                  </a:cubicBezTo>
                  <a:moveTo>
                    <a:pt x="312725" y="156362"/>
                  </a:moveTo>
                  <a:cubicBezTo>
                    <a:pt x="312725" y="70066"/>
                    <a:pt x="243002" y="0"/>
                    <a:pt x="157048" y="0"/>
                  </a:cubicBezTo>
                  <a:cubicBezTo>
                    <a:pt x="71095" y="0"/>
                    <a:pt x="1372" y="69952"/>
                    <a:pt x="1372" y="156362"/>
                  </a:cubicBezTo>
                  <a:cubicBezTo>
                    <a:pt x="1372" y="242773"/>
                    <a:pt x="71095" y="312725"/>
                    <a:pt x="157048" y="312725"/>
                  </a:cubicBezTo>
                  <a:cubicBezTo>
                    <a:pt x="243002" y="312725"/>
                    <a:pt x="312725" y="242773"/>
                    <a:pt x="312725" y="156362"/>
                  </a:cubicBezTo>
                  <a:lnTo>
                    <a:pt x="312725" y="156362"/>
                  </a:lnTo>
                  <a:close/>
                  <a:moveTo>
                    <a:pt x="156362" y="4115"/>
                  </a:moveTo>
                  <a:lnTo>
                    <a:pt x="156362" y="309524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2FCF8D0-CA05-907E-7A41-8AADE88880D0}"/>
              </a:ext>
            </a:extLst>
          </p:cNvPr>
          <p:cNvSpPr txBox="1"/>
          <p:nvPr/>
        </p:nvSpPr>
        <p:spPr>
          <a:xfrm>
            <a:off x="4316388" y="3958169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Agent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03E9DB2-ED6A-A94C-71C3-3CAFF5A2D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1062" y="3453797"/>
            <a:ext cx="504372" cy="504372"/>
          </a:xfrm>
          <a:prstGeom prst="rect">
            <a:avLst/>
          </a:prstGeom>
        </p:spPr>
      </p:pic>
      <p:sp>
        <p:nvSpPr>
          <p:cNvPr id="15" name="Rectangle: Rounded Corners 54">
            <a:extLst>
              <a:ext uri="{FF2B5EF4-FFF2-40B4-BE49-F238E27FC236}">
                <a16:creationId xmlns:a16="http://schemas.microsoft.com/office/drawing/2014/main" id="{762510A0-3FB5-094A-785D-ED2A59C62E71}"/>
              </a:ext>
            </a:extLst>
          </p:cNvPr>
          <p:cNvSpPr/>
          <p:nvPr/>
        </p:nvSpPr>
        <p:spPr>
          <a:xfrm>
            <a:off x="8037494" y="2776163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3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AWS Bedrock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15E7D8-FDEE-8E0D-3568-1C4E3A04237C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157400" y="3079742"/>
            <a:ext cx="880094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48">
            <a:extLst>
              <a:ext uri="{FF2B5EF4-FFF2-40B4-BE49-F238E27FC236}">
                <a16:creationId xmlns:a16="http://schemas.microsoft.com/office/drawing/2014/main" id="{E0F6B73B-59C1-8BE3-1B80-FDEA817BD5EC}"/>
              </a:ext>
            </a:extLst>
          </p:cNvPr>
          <p:cNvSpPr/>
          <p:nvPr/>
        </p:nvSpPr>
        <p:spPr>
          <a:xfrm>
            <a:off x="4506038" y="1856982"/>
            <a:ext cx="1999979" cy="658590"/>
          </a:xfrm>
          <a:prstGeom prst="roundRect">
            <a:avLst>
              <a:gd name="adj" fmla="val 17215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1"/>
                </a:gs>
                <a:gs pos="7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         Docker file</a:t>
            </a:r>
          </a:p>
        </p:txBody>
      </p:sp>
      <p:pic>
        <p:nvPicPr>
          <p:cNvPr id="18" name="Picture 2" descr="Docker Logo Icons for Your Projects">
            <a:extLst>
              <a:ext uri="{FF2B5EF4-FFF2-40B4-BE49-F238E27FC236}">
                <a16:creationId xmlns:a16="http://schemas.microsoft.com/office/drawing/2014/main" id="{AE690261-1576-4540-4EE3-C97224D04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046" y="1954240"/>
            <a:ext cx="465365" cy="46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DCC9B736-E5D7-9794-947F-76A279F9C086}"/>
              </a:ext>
            </a:extLst>
          </p:cNvPr>
          <p:cNvSpPr/>
          <p:nvPr/>
        </p:nvSpPr>
        <p:spPr>
          <a:xfrm>
            <a:off x="3828454" y="2785914"/>
            <a:ext cx="3355149" cy="2792560"/>
          </a:xfrm>
          <a:prstGeom prst="roundRect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45720" tIns="45720" rIns="45720" rtlCol="0" anchor="ctr"/>
          <a:lstStyle/>
          <a:p>
            <a:pPr algn="ctr"/>
            <a:endParaRPr lang="en-DE" dirty="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B3AAB2-DEDE-AED9-F1C0-B05D86FE2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027" y="2776163"/>
            <a:ext cx="589116" cy="55339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4738A3A-E8E4-763A-11E5-A80B58CA8D0A}"/>
              </a:ext>
            </a:extLst>
          </p:cNvPr>
          <p:cNvSpPr txBox="1"/>
          <p:nvPr/>
        </p:nvSpPr>
        <p:spPr>
          <a:xfrm>
            <a:off x="4401143" y="2875586"/>
            <a:ext cx="156805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mazon Ember Light" panose="020B0403020204020204" pitchFamily="34" charset="0"/>
                <a:cs typeface="Amazon Ember Light" panose="020B0403020204020204" pitchFamily="34" charset="0"/>
              </a:defRPr>
            </a:lvl1pPr>
          </a:lstStyle>
          <a:p>
            <a:r>
              <a:rPr lang="en-US" sz="1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Amazon EC2 </a:t>
            </a:r>
          </a:p>
        </p:txBody>
      </p:sp>
      <p:sp>
        <p:nvSpPr>
          <p:cNvPr id="34" name="Rounded Rectangle 48">
            <a:extLst>
              <a:ext uri="{FF2B5EF4-FFF2-40B4-BE49-F238E27FC236}">
                <a16:creationId xmlns:a16="http://schemas.microsoft.com/office/drawing/2014/main" id="{DC267CE6-1022-7CAC-FCEB-6F73D980BB94}"/>
              </a:ext>
            </a:extLst>
          </p:cNvPr>
          <p:cNvSpPr/>
          <p:nvPr/>
        </p:nvSpPr>
        <p:spPr>
          <a:xfrm>
            <a:off x="4506038" y="918498"/>
            <a:ext cx="1999978" cy="658591"/>
          </a:xfrm>
          <a:prstGeom prst="roundRect">
            <a:avLst>
              <a:gd name="adj" fmla="val 17215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1"/>
                </a:gs>
                <a:gs pos="7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SummerFox</a:t>
            </a:r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 code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44F7F2B-EF24-096C-5F54-BB9AAE465EE5}"/>
              </a:ext>
            </a:extLst>
          </p:cNvPr>
          <p:cNvCxnSpPr>
            <a:cxnSpLocks/>
          </p:cNvCxnSpPr>
          <p:nvPr/>
        </p:nvCxnSpPr>
        <p:spPr>
          <a:xfrm>
            <a:off x="3164487" y="3719301"/>
            <a:ext cx="49946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2FE143D-1AD6-E51D-E68E-7C39E88213A8}"/>
              </a:ext>
            </a:extLst>
          </p:cNvPr>
          <p:cNvCxnSpPr>
            <a:cxnSpLocks/>
            <a:stCxn id="34" idx="2"/>
            <a:endCxn id="17" idx="0"/>
          </p:cNvCxnSpPr>
          <p:nvPr/>
        </p:nvCxnSpPr>
        <p:spPr>
          <a:xfrm>
            <a:off x="5506027" y="1577089"/>
            <a:ext cx="1" cy="27989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44FB47A-D19A-26D2-2860-B446C3B5E70F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>
            <a:off x="5506028" y="2515572"/>
            <a:ext cx="1" cy="27034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54">
            <a:extLst>
              <a:ext uri="{FF2B5EF4-FFF2-40B4-BE49-F238E27FC236}">
                <a16:creationId xmlns:a16="http://schemas.microsoft.com/office/drawing/2014/main" id="{DB390362-3779-2452-69C2-B654FBAC4466}"/>
              </a:ext>
            </a:extLst>
          </p:cNvPr>
          <p:cNvSpPr/>
          <p:nvPr/>
        </p:nvSpPr>
        <p:spPr>
          <a:xfrm>
            <a:off x="7624022" y="3621197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3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Data Lake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EFF293-44F7-37F5-2101-CFCA18DD2B6A}"/>
              </a:ext>
            </a:extLst>
          </p:cNvPr>
          <p:cNvCxnSpPr>
            <a:cxnSpLocks/>
            <a:endCxn id="1054" idx="1"/>
          </p:cNvCxnSpPr>
          <p:nvPr/>
        </p:nvCxnSpPr>
        <p:spPr>
          <a:xfrm>
            <a:off x="7183603" y="4569171"/>
            <a:ext cx="372336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496819C-75EE-A829-C19D-082115A61431}"/>
              </a:ext>
            </a:extLst>
          </p:cNvPr>
          <p:cNvSpPr txBox="1"/>
          <p:nvPr/>
        </p:nvSpPr>
        <p:spPr>
          <a:xfrm>
            <a:off x="5281813" y="3939904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Agent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1D8AAC96-62A9-21E5-189B-EDA592ACD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6025" y="3453797"/>
            <a:ext cx="504372" cy="50437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25052E5-DBDB-CB9B-007E-0F77046105DC}"/>
              </a:ext>
            </a:extLst>
          </p:cNvPr>
          <p:cNvSpPr txBox="1"/>
          <p:nvPr/>
        </p:nvSpPr>
        <p:spPr>
          <a:xfrm>
            <a:off x="6226357" y="3953222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Agent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106E178B-C09D-1D6F-82C8-1864384D8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0569" y="3467115"/>
            <a:ext cx="504372" cy="50437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78FBF17A-D373-548E-814E-D8D68C9599D7}"/>
              </a:ext>
            </a:extLst>
          </p:cNvPr>
          <p:cNvSpPr txBox="1"/>
          <p:nvPr/>
        </p:nvSpPr>
        <p:spPr>
          <a:xfrm>
            <a:off x="4326850" y="4982269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Agent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4C5324CA-1E50-E064-8F0E-8478CEB3A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1062" y="4496162"/>
            <a:ext cx="504372" cy="50437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5B81A757-2E0B-C20A-0276-9A49ADBB6458}"/>
              </a:ext>
            </a:extLst>
          </p:cNvPr>
          <p:cNvSpPr txBox="1"/>
          <p:nvPr/>
        </p:nvSpPr>
        <p:spPr>
          <a:xfrm>
            <a:off x="5281813" y="4981998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Agent</a:t>
            </a: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A8A6A15C-3D0C-7FBB-8441-FC84E20F3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6025" y="4495891"/>
            <a:ext cx="504372" cy="50437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640BBDE-7239-E088-7100-678E111582E4}"/>
              </a:ext>
            </a:extLst>
          </p:cNvPr>
          <p:cNvSpPr txBox="1"/>
          <p:nvPr/>
        </p:nvSpPr>
        <p:spPr>
          <a:xfrm>
            <a:off x="6226357" y="4981027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Agent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72C4C90C-416B-0488-66FE-625ED15F4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0569" y="4494920"/>
            <a:ext cx="504372" cy="504372"/>
          </a:xfrm>
          <a:prstGeom prst="rect">
            <a:avLst/>
          </a:prstGeom>
        </p:spPr>
      </p:pic>
      <p:sp>
        <p:nvSpPr>
          <p:cNvPr id="29" name="Rectangle: Rounded Corners 54">
            <a:extLst>
              <a:ext uri="{FF2B5EF4-FFF2-40B4-BE49-F238E27FC236}">
                <a16:creationId xmlns:a16="http://schemas.microsoft.com/office/drawing/2014/main" id="{DA0A7434-CEE5-A4D9-D6CF-009053168DE1}"/>
              </a:ext>
            </a:extLst>
          </p:cNvPr>
          <p:cNvSpPr/>
          <p:nvPr/>
        </p:nvSpPr>
        <p:spPr>
          <a:xfrm>
            <a:off x="7621480" y="4906274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3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Charting Server</a:t>
            </a:r>
          </a:p>
        </p:txBody>
      </p:sp>
      <p:sp>
        <p:nvSpPr>
          <p:cNvPr id="32" name="Rectangle: Rounded Corners 54">
            <a:extLst>
              <a:ext uri="{FF2B5EF4-FFF2-40B4-BE49-F238E27FC236}">
                <a16:creationId xmlns:a16="http://schemas.microsoft.com/office/drawing/2014/main" id="{552E4DA9-88E3-D63B-3A50-DF309488818C}"/>
              </a:ext>
            </a:extLst>
          </p:cNvPr>
          <p:cNvSpPr/>
          <p:nvPr/>
        </p:nvSpPr>
        <p:spPr>
          <a:xfrm>
            <a:off x="7624022" y="4256080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3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News</a:t>
            </a:r>
          </a:p>
        </p:txBody>
      </p:sp>
      <p:sp>
        <p:nvSpPr>
          <p:cNvPr id="33" name="Rectangle: Rounded Corners 54">
            <a:extLst>
              <a:ext uri="{FF2B5EF4-FFF2-40B4-BE49-F238E27FC236}">
                <a16:creationId xmlns:a16="http://schemas.microsoft.com/office/drawing/2014/main" id="{804003A1-28ED-DAC7-DDFD-3FFFC34A2445}"/>
              </a:ext>
            </a:extLst>
          </p:cNvPr>
          <p:cNvSpPr/>
          <p:nvPr/>
        </p:nvSpPr>
        <p:spPr>
          <a:xfrm>
            <a:off x="9407022" y="4256834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3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Fundamentals</a:t>
            </a:r>
          </a:p>
        </p:txBody>
      </p: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F9926CBF-23DE-3068-ABD6-3E8917240722}"/>
              </a:ext>
            </a:extLst>
          </p:cNvPr>
          <p:cNvCxnSpPr>
            <a:cxnSpLocks/>
          </p:cNvCxnSpPr>
          <p:nvPr/>
        </p:nvCxnSpPr>
        <p:spPr>
          <a:xfrm>
            <a:off x="1667634" y="3719301"/>
            <a:ext cx="49946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Rounded Rectangle 5">
            <a:extLst>
              <a:ext uri="{FF2B5EF4-FFF2-40B4-BE49-F238E27FC236}">
                <a16:creationId xmlns:a16="http://schemas.microsoft.com/office/drawing/2014/main" id="{826264AE-AAAE-A02C-45FE-80EE9EB8EA0C}"/>
              </a:ext>
            </a:extLst>
          </p:cNvPr>
          <p:cNvSpPr/>
          <p:nvPr/>
        </p:nvSpPr>
        <p:spPr>
          <a:xfrm>
            <a:off x="7555939" y="3559868"/>
            <a:ext cx="3714750" cy="2018606"/>
          </a:xfrm>
          <a:prstGeom prst="roundRect">
            <a:avLst>
              <a:gd name="adj" fmla="val 807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45720" tIns="45720" rIns="45720" rtlCol="0" anchor="ctr"/>
          <a:lstStyle/>
          <a:p>
            <a:pPr algn="ctr"/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061" name="Rectangle: Rounded Corners 54">
            <a:extLst>
              <a:ext uri="{FF2B5EF4-FFF2-40B4-BE49-F238E27FC236}">
                <a16:creationId xmlns:a16="http://schemas.microsoft.com/office/drawing/2014/main" id="{81B7AFBD-9673-32B6-DC6E-2A8679FF7556}"/>
              </a:ext>
            </a:extLst>
          </p:cNvPr>
          <p:cNvSpPr/>
          <p:nvPr/>
        </p:nvSpPr>
        <p:spPr>
          <a:xfrm>
            <a:off x="9407022" y="4890963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3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Instrument Metadata</a:t>
            </a:r>
          </a:p>
        </p:txBody>
      </p:sp>
      <p:pic>
        <p:nvPicPr>
          <p:cNvPr id="1069" name="Graphic 1068">
            <a:extLst>
              <a:ext uri="{FF2B5EF4-FFF2-40B4-BE49-F238E27FC236}">
                <a16:creationId xmlns:a16="http://schemas.microsoft.com/office/drawing/2014/main" id="{7CC1ED4A-4ABD-0E26-C995-6BAD994AFC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68637" y="3738389"/>
            <a:ext cx="1431107" cy="33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666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4230F-33D6-B3EC-EBE3-B94F9951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4BC60E-DBC6-EE6E-F274-8A8C6F956621}"/>
              </a:ext>
            </a:extLst>
          </p:cNvPr>
          <p:cNvSpPr txBox="1"/>
          <p:nvPr/>
        </p:nvSpPr>
        <p:spPr>
          <a:xfrm>
            <a:off x="1957083" y="4113199"/>
            <a:ext cx="138852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mazon Ember Light" panose="020B0403020204020204" pitchFamily="34" charset="0"/>
                <a:cs typeface="Amazon Ember Light" panose="020B0403020204020204" pitchFamily="34" charset="0"/>
              </a:defRPr>
            </a:lvl1pPr>
          </a:lstStyle>
          <a:p>
            <a:r>
              <a:rPr lang="en-US" sz="18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MCP Client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35808-604F-2F5B-634F-6108388D4F6F}"/>
              </a:ext>
            </a:extLst>
          </p:cNvPr>
          <p:cNvSpPr txBox="1"/>
          <p:nvPr/>
        </p:nvSpPr>
        <p:spPr>
          <a:xfrm>
            <a:off x="950771" y="4113199"/>
            <a:ext cx="71686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User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0C98722-A98E-F7C8-3726-A6F59A4ACC71}"/>
              </a:ext>
            </a:extLst>
          </p:cNvPr>
          <p:cNvSpPr>
            <a:spLocks noChangeAspect="1"/>
          </p:cNvSpPr>
          <p:nvPr/>
        </p:nvSpPr>
        <p:spPr>
          <a:xfrm>
            <a:off x="1019050" y="3433852"/>
            <a:ext cx="579693" cy="640080"/>
          </a:xfrm>
          <a:custGeom>
            <a:avLst/>
            <a:gdLst>
              <a:gd name="connsiteX0" fmla="*/ 301561 w 384047"/>
              <a:gd name="connsiteY0" fmla="*/ 109061 h 424053"/>
              <a:gd name="connsiteX1" fmla="*/ 192500 w 384047"/>
              <a:gd name="connsiteY1" fmla="*/ 218123 h 424053"/>
              <a:gd name="connsiteX2" fmla="*/ 83439 w 384047"/>
              <a:gd name="connsiteY2" fmla="*/ 109061 h 424053"/>
              <a:gd name="connsiteX3" fmla="*/ 192500 w 384047"/>
              <a:gd name="connsiteY3" fmla="*/ 0 h 424053"/>
              <a:gd name="connsiteX4" fmla="*/ 301561 w 384047"/>
              <a:gd name="connsiteY4" fmla="*/ 109061 h 424053"/>
              <a:gd name="connsiteX5" fmla="*/ 384048 w 384047"/>
              <a:gd name="connsiteY5" fmla="*/ 424053 h 424053"/>
              <a:gd name="connsiteX6" fmla="*/ 191357 w 384047"/>
              <a:gd name="connsiteY6" fmla="*/ 225171 h 424053"/>
              <a:gd name="connsiteX7" fmla="*/ 93250 w 384047"/>
              <a:gd name="connsiteY7" fmla="*/ 253270 h 424053"/>
              <a:gd name="connsiteX8" fmla="*/ 0 w 384047"/>
              <a:gd name="connsiteY8" fmla="*/ 424053 h 424053"/>
              <a:gd name="connsiteX9" fmla="*/ 384048 w 384047"/>
              <a:gd name="connsiteY9" fmla="*/ 424053 h 424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" h="424053">
                <a:moveTo>
                  <a:pt x="301561" y="109061"/>
                </a:moveTo>
                <a:cubicBezTo>
                  <a:pt x="301561" y="169450"/>
                  <a:pt x="252889" y="218123"/>
                  <a:pt x="192500" y="218123"/>
                </a:cubicBezTo>
                <a:cubicBezTo>
                  <a:pt x="132112" y="218123"/>
                  <a:pt x="83439" y="169450"/>
                  <a:pt x="83439" y="109061"/>
                </a:cubicBezTo>
                <a:cubicBezTo>
                  <a:pt x="83439" y="48673"/>
                  <a:pt x="132112" y="0"/>
                  <a:pt x="192500" y="0"/>
                </a:cubicBezTo>
                <a:cubicBezTo>
                  <a:pt x="252889" y="0"/>
                  <a:pt x="301561" y="48673"/>
                  <a:pt x="301561" y="109061"/>
                </a:cubicBezTo>
                <a:moveTo>
                  <a:pt x="384048" y="424053"/>
                </a:moveTo>
                <a:cubicBezTo>
                  <a:pt x="384048" y="313658"/>
                  <a:pt x="298323" y="225171"/>
                  <a:pt x="191357" y="225171"/>
                </a:cubicBezTo>
                <a:cubicBezTo>
                  <a:pt x="155734" y="225171"/>
                  <a:pt x="122111" y="235458"/>
                  <a:pt x="93250" y="253270"/>
                </a:cubicBezTo>
                <a:cubicBezTo>
                  <a:pt x="37719" y="288227"/>
                  <a:pt x="0" y="351377"/>
                  <a:pt x="0" y="424053"/>
                </a:cubicBezTo>
                <a:lnTo>
                  <a:pt x="384048" y="424053"/>
                </a:ln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064CC42-69FC-9F73-FD18-6114A1630FBE}"/>
              </a:ext>
            </a:extLst>
          </p:cNvPr>
          <p:cNvGrpSpPr>
            <a:grpSpLocks noChangeAspect="1"/>
          </p:cNvGrpSpPr>
          <p:nvPr/>
        </p:nvGrpSpPr>
        <p:grpSpPr>
          <a:xfrm>
            <a:off x="2246151" y="3478258"/>
            <a:ext cx="810387" cy="551268"/>
            <a:chOff x="10382275" y="2708527"/>
            <a:chExt cx="810387" cy="55126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ACF1251-6709-DCAC-DC62-93D9150582ED}"/>
                </a:ext>
              </a:extLst>
            </p:cNvPr>
            <p:cNvSpPr/>
            <p:nvPr/>
          </p:nvSpPr>
          <p:spPr>
            <a:xfrm>
              <a:off x="10382275" y="2708527"/>
              <a:ext cx="810387" cy="551268"/>
            </a:xfrm>
            <a:custGeom>
              <a:avLst/>
              <a:gdLst>
                <a:gd name="connsiteX0" fmla="*/ 0 w 810387"/>
                <a:gd name="connsiteY0" fmla="*/ 493776 h 551268"/>
                <a:gd name="connsiteX1" fmla="*/ 810387 w 810387"/>
                <a:gd name="connsiteY1" fmla="*/ 493776 h 551268"/>
                <a:gd name="connsiteX2" fmla="*/ 810387 w 810387"/>
                <a:gd name="connsiteY2" fmla="*/ 533781 h 551268"/>
                <a:gd name="connsiteX3" fmla="*/ 805472 w 810387"/>
                <a:gd name="connsiteY3" fmla="*/ 538124 h 551268"/>
                <a:gd name="connsiteX4" fmla="*/ 768210 w 810387"/>
                <a:gd name="connsiteY4" fmla="*/ 551269 h 551268"/>
                <a:gd name="connsiteX5" fmla="*/ 47777 w 810387"/>
                <a:gd name="connsiteY5" fmla="*/ 551269 h 551268"/>
                <a:gd name="connsiteX6" fmla="*/ 2743 w 810387"/>
                <a:gd name="connsiteY6" fmla="*/ 535953 h 551268"/>
                <a:gd name="connsiteX7" fmla="*/ 0 w 810387"/>
                <a:gd name="connsiteY7" fmla="*/ 533781 h 551268"/>
                <a:gd name="connsiteX8" fmla="*/ 0 w 810387"/>
                <a:gd name="connsiteY8" fmla="*/ 493776 h 551268"/>
                <a:gd name="connsiteX9" fmla="*/ 0 w 810387"/>
                <a:gd name="connsiteY9" fmla="*/ 493776 h 551268"/>
                <a:gd name="connsiteX10" fmla="*/ 700888 w 810387"/>
                <a:gd name="connsiteY10" fmla="*/ 426568 h 551268"/>
                <a:gd name="connsiteX11" fmla="*/ 700888 w 810387"/>
                <a:gd name="connsiteY11" fmla="*/ 426568 h 551268"/>
                <a:gd name="connsiteX12" fmla="*/ 697573 w 810387"/>
                <a:gd name="connsiteY12" fmla="*/ 53492 h 551268"/>
                <a:gd name="connsiteX13" fmla="*/ 681114 w 810387"/>
                <a:gd name="connsiteY13" fmla="*/ 37033 h 551268"/>
                <a:gd name="connsiteX14" fmla="*/ 125959 w 810387"/>
                <a:gd name="connsiteY14" fmla="*/ 37033 h 551268"/>
                <a:gd name="connsiteX15" fmla="*/ 109499 w 810387"/>
                <a:gd name="connsiteY15" fmla="*/ 53492 h 551268"/>
                <a:gd name="connsiteX16" fmla="*/ 109499 w 810387"/>
                <a:gd name="connsiteY16" fmla="*/ 426568 h 551268"/>
                <a:gd name="connsiteX17" fmla="*/ 125959 w 810387"/>
                <a:gd name="connsiteY17" fmla="*/ 443027 h 551268"/>
                <a:gd name="connsiteX18" fmla="*/ 684428 w 810387"/>
                <a:gd name="connsiteY18" fmla="*/ 443027 h 551268"/>
                <a:gd name="connsiteX19" fmla="*/ 700888 w 810387"/>
                <a:gd name="connsiteY19" fmla="*/ 426568 h 551268"/>
                <a:gd name="connsiteX20" fmla="*/ 700888 w 810387"/>
                <a:gd name="connsiteY20" fmla="*/ 426568 h 551268"/>
                <a:gd name="connsiteX21" fmla="*/ 724433 w 810387"/>
                <a:gd name="connsiteY21" fmla="*/ 491604 h 551268"/>
                <a:gd name="connsiteX22" fmla="*/ 740893 w 810387"/>
                <a:gd name="connsiteY22" fmla="*/ 475145 h 551268"/>
                <a:gd name="connsiteX23" fmla="*/ 740893 w 810387"/>
                <a:gd name="connsiteY23" fmla="*/ 475145 h 551268"/>
                <a:gd name="connsiteX24" fmla="*/ 740893 w 810387"/>
                <a:gd name="connsiteY24" fmla="*/ 16459 h 551268"/>
                <a:gd name="connsiteX25" fmla="*/ 724433 w 810387"/>
                <a:gd name="connsiteY25" fmla="*/ 0 h 551268"/>
                <a:gd name="connsiteX26" fmla="*/ 85839 w 810387"/>
                <a:gd name="connsiteY26" fmla="*/ 0 h 551268"/>
                <a:gd name="connsiteX27" fmla="*/ 69380 w 810387"/>
                <a:gd name="connsiteY27" fmla="*/ 16459 h 551268"/>
                <a:gd name="connsiteX28" fmla="*/ 69380 w 810387"/>
                <a:gd name="connsiteY28" fmla="*/ 475145 h 551268"/>
                <a:gd name="connsiteX29" fmla="*/ 85839 w 810387"/>
                <a:gd name="connsiteY29" fmla="*/ 491604 h 551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10387" h="551268">
                  <a:moveTo>
                    <a:pt x="0" y="493776"/>
                  </a:moveTo>
                  <a:lnTo>
                    <a:pt x="810387" y="493776"/>
                  </a:lnTo>
                  <a:lnTo>
                    <a:pt x="810387" y="533781"/>
                  </a:lnTo>
                  <a:lnTo>
                    <a:pt x="805472" y="538124"/>
                  </a:lnTo>
                  <a:cubicBezTo>
                    <a:pt x="795071" y="546926"/>
                    <a:pt x="781926" y="551269"/>
                    <a:pt x="768210" y="551269"/>
                  </a:cubicBezTo>
                  <a:lnTo>
                    <a:pt x="47777" y="551269"/>
                  </a:lnTo>
                  <a:cubicBezTo>
                    <a:pt x="31890" y="551269"/>
                    <a:pt x="16002" y="545783"/>
                    <a:pt x="2743" y="535953"/>
                  </a:cubicBezTo>
                  <a:lnTo>
                    <a:pt x="0" y="533781"/>
                  </a:lnTo>
                  <a:lnTo>
                    <a:pt x="0" y="493776"/>
                  </a:lnTo>
                  <a:lnTo>
                    <a:pt x="0" y="493776"/>
                  </a:lnTo>
                  <a:close/>
                  <a:moveTo>
                    <a:pt x="700888" y="426568"/>
                  </a:moveTo>
                  <a:lnTo>
                    <a:pt x="700888" y="426568"/>
                  </a:lnTo>
                  <a:lnTo>
                    <a:pt x="697573" y="53492"/>
                  </a:lnTo>
                  <a:cubicBezTo>
                    <a:pt x="697573" y="44120"/>
                    <a:pt x="689915" y="37033"/>
                    <a:pt x="681114" y="37033"/>
                  </a:cubicBezTo>
                  <a:lnTo>
                    <a:pt x="125959" y="37033"/>
                  </a:lnTo>
                  <a:cubicBezTo>
                    <a:pt x="116586" y="37033"/>
                    <a:pt x="109499" y="44691"/>
                    <a:pt x="109499" y="53492"/>
                  </a:cubicBezTo>
                  <a:lnTo>
                    <a:pt x="109499" y="426568"/>
                  </a:lnTo>
                  <a:cubicBezTo>
                    <a:pt x="109499" y="435940"/>
                    <a:pt x="117158" y="443027"/>
                    <a:pt x="125959" y="443027"/>
                  </a:cubicBezTo>
                  <a:lnTo>
                    <a:pt x="684428" y="443027"/>
                  </a:lnTo>
                  <a:cubicBezTo>
                    <a:pt x="693801" y="443027"/>
                    <a:pt x="700888" y="435369"/>
                    <a:pt x="700888" y="426568"/>
                  </a:cubicBezTo>
                  <a:lnTo>
                    <a:pt x="700888" y="426568"/>
                  </a:lnTo>
                  <a:close/>
                  <a:moveTo>
                    <a:pt x="724433" y="491604"/>
                  </a:moveTo>
                  <a:cubicBezTo>
                    <a:pt x="733806" y="491604"/>
                    <a:pt x="740893" y="483946"/>
                    <a:pt x="740893" y="475145"/>
                  </a:cubicBezTo>
                  <a:lnTo>
                    <a:pt x="740893" y="475145"/>
                  </a:lnTo>
                  <a:lnTo>
                    <a:pt x="740893" y="16459"/>
                  </a:lnTo>
                  <a:cubicBezTo>
                    <a:pt x="740893" y="7087"/>
                    <a:pt x="733235" y="0"/>
                    <a:pt x="724433" y="0"/>
                  </a:cubicBezTo>
                  <a:lnTo>
                    <a:pt x="85839" y="0"/>
                  </a:lnTo>
                  <a:cubicBezTo>
                    <a:pt x="76467" y="0"/>
                    <a:pt x="69380" y="7658"/>
                    <a:pt x="69380" y="16459"/>
                  </a:cubicBezTo>
                  <a:lnTo>
                    <a:pt x="69380" y="475145"/>
                  </a:lnTo>
                  <a:cubicBezTo>
                    <a:pt x="69380" y="484518"/>
                    <a:pt x="77038" y="491604"/>
                    <a:pt x="85839" y="491604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03FEBF1-369E-4ADA-50B0-25A495FC9F26}"/>
                </a:ext>
              </a:extLst>
            </p:cNvPr>
            <p:cNvSpPr/>
            <p:nvPr/>
          </p:nvSpPr>
          <p:spPr>
            <a:xfrm>
              <a:off x="10630992" y="2790137"/>
              <a:ext cx="312953" cy="312724"/>
            </a:xfrm>
            <a:custGeom>
              <a:avLst/>
              <a:gdLst>
                <a:gd name="connsiteX0" fmla="*/ 273406 w 312953"/>
                <a:gd name="connsiteY0" fmla="*/ 52692 h 312724"/>
                <a:gd name="connsiteX1" fmla="*/ 217513 w 312953"/>
                <a:gd name="connsiteY1" fmla="*/ 77724 h 312724"/>
                <a:gd name="connsiteX2" fmla="*/ 158877 w 312953"/>
                <a:gd name="connsiteY2" fmla="*/ 82182 h 312724"/>
                <a:gd name="connsiteX3" fmla="*/ 90640 w 312953"/>
                <a:gd name="connsiteY3" fmla="*/ 76124 h 312724"/>
                <a:gd name="connsiteX4" fmla="*/ 44006 w 312953"/>
                <a:gd name="connsiteY4" fmla="*/ 49492 h 312724"/>
                <a:gd name="connsiteX5" fmla="*/ 241859 w 312953"/>
                <a:gd name="connsiteY5" fmla="*/ 156362 h 312724"/>
                <a:gd name="connsiteX6" fmla="*/ 155219 w 312953"/>
                <a:gd name="connsiteY6" fmla="*/ 0 h 312724"/>
                <a:gd name="connsiteX7" fmla="*/ 68580 w 312953"/>
                <a:gd name="connsiteY7" fmla="*/ 156362 h 312724"/>
                <a:gd name="connsiteX8" fmla="*/ 155219 w 312953"/>
                <a:gd name="connsiteY8" fmla="*/ 312725 h 312724"/>
                <a:gd name="connsiteX9" fmla="*/ 241859 w 312953"/>
                <a:gd name="connsiteY9" fmla="*/ 156362 h 312724"/>
                <a:gd name="connsiteX10" fmla="*/ 241859 w 312953"/>
                <a:gd name="connsiteY10" fmla="*/ 156362 h 312724"/>
                <a:gd name="connsiteX11" fmla="*/ 0 w 312953"/>
                <a:gd name="connsiteY11" fmla="*/ 156362 h 312724"/>
                <a:gd name="connsiteX12" fmla="*/ 312953 w 312953"/>
                <a:gd name="connsiteY12" fmla="*/ 156362 h 312724"/>
                <a:gd name="connsiteX13" fmla="*/ 269977 w 312953"/>
                <a:gd name="connsiteY13" fmla="*/ 263576 h 312724"/>
                <a:gd name="connsiteX14" fmla="*/ 269977 w 312953"/>
                <a:gd name="connsiteY14" fmla="*/ 263576 h 312724"/>
                <a:gd name="connsiteX15" fmla="*/ 216370 w 312953"/>
                <a:gd name="connsiteY15" fmla="*/ 237858 h 312724"/>
                <a:gd name="connsiteX16" fmla="*/ 216370 w 312953"/>
                <a:gd name="connsiteY16" fmla="*/ 237858 h 312724"/>
                <a:gd name="connsiteX17" fmla="*/ 155219 w 312953"/>
                <a:gd name="connsiteY17" fmla="*/ 233286 h 312724"/>
                <a:gd name="connsiteX18" fmla="*/ 90640 w 312953"/>
                <a:gd name="connsiteY18" fmla="*/ 238658 h 312724"/>
                <a:gd name="connsiteX19" fmla="*/ 41148 w 312953"/>
                <a:gd name="connsiteY19" fmla="*/ 261518 h 312724"/>
                <a:gd name="connsiteX20" fmla="*/ 312725 w 312953"/>
                <a:gd name="connsiteY20" fmla="*/ 156362 h 312724"/>
                <a:gd name="connsiteX21" fmla="*/ 157048 w 312953"/>
                <a:gd name="connsiteY21" fmla="*/ 0 h 312724"/>
                <a:gd name="connsiteX22" fmla="*/ 1372 w 312953"/>
                <a:gd name="connsiteY22" fmla="*/ 156362 h 312724"/>
                <a:gd name="connsiteX23" fmla="*/ 157048 w 312953"/>
                <a:gd name="connsiteY23" fmla="*/ 312725 h 312724"/>
                <a:gd name="connsiteX24" fmla="*/ 312725 w 312953"/>
                <a:gd name="connsiteY24" fmla="*/ 156362 h 312724"/>
                <a:gd name="connsiteX25" fmla="*/ 312725 w 312953"/>
                <a:gd name="connsiteY25" fmla="*/ 156362 h 312724"/>
                <a:gd name="connsiteX26" fmla="*/ 156362 w 312953"/>
                <a:gd name="connsiteY26" fmla="*/ 4115 h 312724"/>
                <a:gd name="connsiteX27" fmla="*/ 156362 w 312953"/>
                <a:gd name="connsiteY27" fmla="*/ 309524 h 31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12953" h="312724">
                  <a:moveTo>
                    <a:pt x="273406" y="52692"/>
                  </a:moveTo>
                  <a:cubicBezTo>
                    <a:pt x="269977" y="63436"/>
                    <a:pt x="249060" y="72581"/>
                    <a:pt x="217513" y="77724"/>
                  </a:cubicBezTo>
                  <a:cubicBezTo>
                    <a:pt x="200482" y="80582"/>
                    <a:pt x="180708" y="82182"/>
                    <a:pt x="158877" y="82182"/>
                  </a:cubicBezTo>
                  <a:cubicBezTo>
                    <a:pt x="132702" y="82182"/>
                    <a:pt x="109157" y="79896"/>
                    <a:pt x="90640" y="76124"/>
                  </a:cubicBezTo>
                  <a:cubicBezTo>
                    <a:pt x="61722" y="70066"/>
                    <a:pt x="44006" y="60465"/>
                    <a:pt x="44006" y="49492"/>
                  </a:cubicBezTo>
                  <a:moveTo>
                    <a:pt x="241859" y="156362"/>
                  </a:moveTo>
                  <a:cubicBezTo>
                    <a:pt x="241859" y="70066"/>
                    <a:pt x="203111" y="0"/>
                    <a:pt x="155219" y="0"/>
                  </a:cubicBezTo>
                  <a:cubicBezTo>
                    <a:pt x="107328" y="0"/>
                    <a:pt x="68580" y="69952"/>
                    <a:pt x="68580" y="156362"/>
                  </a:cubicBezTo>
                  <a:cubicBezTo>
                    <a:pt x="68580" y="242773"/>
                    <a:pt x="107328" y="312725"/>
                    <a:pt x="155219" y="312725"/>
                  </a:cubicBezTo>
                  <a:cubicBezTo>
                    <a:pt x="203111" y="312725"/>
                    <a:pt x="241859" y="242773"/>
                    <a:pt x="241859" y="156362"/>
                  </a:cubicBezTo>
                  <a:lnTo>
                    <a:pt x="241859" y="156362"/>
                  </a:lnTo>
                  <a:close/>
                  <a:moveTo>
                    <a:pt x="0" y="156362"/>
                  </a:moveTo>
                  <a:lnTo>
                    <a:pt x="312953" y="156362"/>
                  </a:lnTo>
                  <a:moveTo>
                    <a:pt x="269977" y="263576"/>
                  </a:moveTo>
                  <a:lnTo>
                    <a:pt x="269977" y="263576"/>
                  </a:lnTo>
                  <a:cubicBezTo>
                    <a:pt x="267691" y="252717"/>
                    <a:pt x="247460" y="243230"/>
                    <a:pt x="216370" y="237858"/>
                  </a:cubicBezTo>
                  <a:lnTo>
                    <a:pt x="216370" y="237858"/>
                  </a:lnTo>
                  <a:cubicBezTo>
                    <a:pt x="198882" y="234887"/>
                    <a:pt x="178194" y="233286"/>
                    <a:pt x="155219" y="233286"/>
                  </a:cubicBezTo>
                  <a:cubicBezTo>
                    <a:pt x="130645" y="233286"/>
                    <a:pt x="108585" y="235115"/>
                    <a:pt x="90640" y="238658"/>
                  </a:cubicBezTo>
                  <a:cubicBezTo>
                    <a:pt x="63551" y="243802"/>
                    <a:pt x="45377" y="252032"/>
                    <a:pt x="41148" y="261518"/>
                  </a:cubicBezTo>
                  <a:moveTo>
                    <a:pt x="312725" y="156362"/>
                  </a:moveTo>
                  <a:cubicBezTo>
                    <a:pt x="312725" y="70066"/>
                    <a:pt x="243002" y="0"/>
                    <a:pt x="157048" y="0"/>
                  </a:cubicBezTo>
                  <a:cubicBezTo>
                    <a:pt x="71095" y="0"/>
                    <a:pt x="1372" y="69952"/>
                    <a:pt x="1372" y="156362"/>
                  </a:cubicBezTo>
                  <a:cubicBezTo>
                    <a:pt x="1372" y="242773"/>
                    <a:pt x="71095" y="312725"/>
                    <a:pt x="157048" y="312725"/>
                  </a:cubicBezTo>
                  <a:cubicBezTo>
                    <a:pt x="243002" y="312725"/>
                    <a:pt x="312725" y="242773"/>
                    <a:pt x="312725" y="156362"/>
                  </a:cubicBezTo>
                  <a:lnTo>
                    <a:pt x="312725" y="156362"/>
                  </a:lnTo>
                  <a:close/>
                  <a:moveTo>
                    <a:pt x="156362" y="4115"/>
                  </a:moveTo>
                  <a:lnTo>
                    <a:pt x="156362" y="309524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Rectangle: Rounded Corners 54">
            <a:extLst>
              <a:ext uri="{FF2B5EF4-FFF2-40B4-BE49-F238E27FC236}">
                <a16:creationId xmlns:a16="http://schemas.microsoft.com/office/drawing/2014/main" id="{3EBD0217-FCAB-1EA6-49DC-B47AFF08E40A}"/>
              </a:ext>
            </a:extLst>
          </p:cNvPr>
          <p:cNvSpPr/>
          <p:nvPr/>
        </p:nvSpPr>
        <p:spPr>
          <a:xfrm>
            <a:off x="8037494" y="2776163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3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AWS Bedrock</a:t>
            </a:r>
            <a:endParaRPr lang="en-US" dirty="0">
              <a:solidFill>
                <a:schemeClr val="tx1"/>
              </a:solidFill>
              <a:latin typeface="Amazon Ember Display" panose="020B0604020202020204" charset="0"/>
              <a:ea typeface="Amazon Ember Display" panose="020B0604020202020204" charset="0"/>
              <a:cs typeface="Amazon Ember Display" panose="020B060402020202020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34BCAB-9B02-B29C-8418-EA84F100055C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157400" y="3079742"/>
            <a:ext cx="880094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48">
            <a:extLst>
              <a:ext uri="{FF2B5EF4-FFF2-40B4-BE49-F238E27FC236}">
                <a16:creationId xmlns:a16="http://schemas.microsoft.com/office/drawing/2014/main" id="{6A58FBBD-184B-CB81-AD4D-EF0086E85E84}"/>
              </a:ext>
            </a:extLst>
          </p:cNvPr>
          <p:cNvSpPr/>
          <p:nvPr/>
        </p:nvSpPr>
        <p:spPr>
          <a:xfrm>
            <a:off x="4506038" y="1856982"/>
            <a:ext cx="1999979" cy="658590"/>
          </a:xfrm>
          <a:prstGeom prst="roundRect">
            <a:avLst>
              <a:gd name="adj" fmla="val 17215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1"/>
                </a:gs>
                <a:gs pos="7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         Docker file</a:t>
            </a:r>
          </a:p>
        </p:txBody>
      </p:sp>
      <p:pic>
        <p:nvPicPr>
          <p:cNvPr id="18" name="Picture 2" descr="Docker Logo Icons for Your Projects">
            <a:extLst>
              <a:ext uri="{FF2B5EF4-FFF2-40B4-BE49-F238E27FC236}">
                <a16:creationId xmlns:a16="http://schemas.microsoft.com/office/drawing/2014/main" id="{FFC79FDB-E0C6-CBDA-014E-0AF331508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046" y="1954240"/>
            <a:ext cx="465365" cy="46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A5AC9C71-5483-179E-1A74-3F5FA1F72C53}"/>
              </a:ext>
            </a:extLst>
          </p:cNvPr>
          <p:cNvSpPr/>
          <p:nvPr/>
        </p:nvSpPr>
        <p:spPr>
          <a:xfrm>
            <a:off x="3828454" y="2785914"/>
            <a:ext cx="3355149" cy="2792560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45720" tIns="45720" rIns="45720" rtlCol="0" anchor="ctr"/>
          <a:lstStyle/>
          <a:p>
            <a:pPr algn="ctr"/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C393B4-358A-B49D-C227-28D8086F32BA}"/>
              </a:ext>
            </a:extLst>
          </p:cNvPr>
          <p:cNvSpPr txBox="1"/>
          <p:nvPr/>
        </p:nvSpPr>
        <p:spPr>
          <a:xfrm>
            <a:off x="4336561" y="2949294"/>
            <a:ext cx="285385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mazon Ember Light" panose="020B0403020204020204" pitchFamily="34" charset="0"/>
                <a:cs typeface="Amazon Ember Light" panose="020B0403020204020204" pitchFamily="34" charset="0"/>
              </a:defRPr>
            </a:lvl1pPr>
          </a:lstStyle>
          <a:p>
            <a:r>
              <a:rPr lang="en-US" sz="1800" dirty="0"/>
              <a:t>Amazon Bedrock </a:t>
            </a:r>
            <a:r>
              <a:rPr lang="en-US" sz="1800" dirty="0" err="1"/>
              <a:t>AgentCore</a:t>
            </a:r>
            <a:r>
              <a:rPr lang="en-US" sz="1800" dirty="0"/>
              <a:t> </a:t>
            </a:r>
          </a:p>
        </p:txBody>
      </p:sp>
      <p:sp>
        <p:nvSpPr>
          <p:cNvPr id="34" name="Rounded Rectangle 48">
            <a:extLst>
              <a:ext uri="{FF2B5EF4-FFF2-40B4-BE49-F238E27FC236}">
                <a16:creationId xmlns:a16="http://schemas.microsoft.com/office/drawing/2014/main" id="{6D45EDAB-45AA-87C1-154B-FE4D58676FD5}"/>
              </a:ext>
            </a:extLst>
          </p:cNvPr>
          <p:cNvSpPr/>
          <p:nvPr/>
        </p:nvSpPr>
        <p:spPr>
          <a:xfrm>
            <a:off x="4506038" y="918498"/>
            <a:ext cx="1999978" cy="658591"/>
          </a:xfrm>
          <a:prstGeom prst="roundRect">
            <a:avLst>
              <a:gd name="adj" fmla="val 17215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1"/>
                </a:gs>
                <a:gs pos="7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SummerFox</a:t>
            </a:r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 code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E0014C3-90C3-3208-05A6-33D6DB3382CE}"/>
              </a:ext>
            </a:extLst>
          </p:cNvPr>
          <p:cNvCxnSpPr>
            <a:cxnSpLocks/>
          </p:cNvCxnSpPr>
          <p:nvPr/>
        </p:nvCxnSpPr>
        <p:spPr>
          <a:xfrm>
            <a:off x="3164487" y="3719301"/>
            <a:ext cx="49946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573B32D-355A-A4A4-CD0A-6404228D49B6}"/>
              </a:ext>
            </a:extLst>
          </p:cNvPr>
          <p:cNvCxnSpPr>
            <a:cxnSpLocks/>
            <a:stCxn id="34" idx="2"/>
            <a:endCxn id="17" idx="0"/>
          </p:cNvCxnSpPr>
          <p:nvPr/>
        </p:nvCxnSpPr>
        <p:spPr>
          <a:xfrm>
            <a:off x="5506027" y="1577089"/>
            <a:ext cx="1" cy="27989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ED2A679-F05B-5626-3F20-A7D3879ADF1B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>
            <a:off x="5506028" y="2515572"/>
            <a:ext cx="1" cy="27034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54">
            <a:extLst>
              <a:ext uri="{FF2B5EF4-FFF2-40B4-BE49-F238E27FC236}">
                <a16:creationId xmlns:a16="http://schemas.microsoft.com/office/drawing/2014/main" id="{B2ADBD1A-5CE5-8E43-C023-BF8029A2732A}"/>
              </a:ext>
            </a:extLst>
          </p:cNvPr>
          <p:cNvSpPr/>
          <p:nvPr/>
        </p:nvSpPr>
        <p:spPr>
          <a:xfrm>
            <a:off x="7624022" y="3621197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3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Data Lake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CB6C361-B3A9-F4E6-F6EE-408C13457200}"/>
              </a:ext>
            </a:extLst>
          </p:cNvPr>
          <p:cNvCxnSpPr>
            <a:cxnSpLocks/>
            <a:endCxn id="1054" idx="1"/>
          </p:cNvCxnSpPr>
          <p:nvPr/>
        </p:nvCxnSpPr>
        <p:spPr>
          <a:xfrm>
            <a:off x="7183603" y="4569171"/>
            <a:ext cx="372336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EF28D82-C195-254E-BA28-D5EBFE67237B}"/>
              </a:ext>
            </a:extLst>
          </p:cNvPr>
          <p:cNvSpPr txBox="1"/>
          <p:nvPr/>
        </p:nvSpPr>
        <p:spPr>
          <a:xfrm>
            <a:off x="5281813" y="3939904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Agent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BBA85D2D-347D-70C6-1E5B-BE433DE76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6025" y="3453797"/>
            <a:ext cx="504372" cy="50437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F1F1D47B-09D1-18C5-4010-93826E08A2D7}"/>
              </a:ext>
            </a:extLst>
          </p:cNvPr>
          <p:cNvSpPr txBox="1"/>
          <p:nvPr/>
        </p:nvSpPr>
        <p:spPr>
          <a:xfrm>
            <a:off x="6226357" y="3953222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Agent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147891AF-1F1C-C21A-225F-239FA45FA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0569" y="3467115"/>
            <a:ext cx="504372" cy="50437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420BE146-8899-85F2-48D5-8919DC1C578A}"/>
              </a:ext>
            </a:extLst>
          </p:cNvPr>
          <p:cNvSpPr txBox="1"/>
          <p:nvPr/>
        </p:nvSpPr>
        <p:spPr>
          <a:xfrm>
            <a:off x="4326850" y="4982269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Agent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D9D556C3-7934-E991-247C-58DAC658F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1062" y="4496162"/>
            <a:ext cx="504372" cy="50437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6B060C8D-BE92-B424-2DBD-40B0439F00AD}"/>
              </a:ext>
            </a:extLst>
          </p:cNvPr>
          <p:cNvSpPr txBox="1"/>
          <p:nvPr/>
        </p:nvSpPr>
        <p:spPr>
          <a:xfrm>
            <a:off x="5281813" y="4981998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Agent</a:t>
            </a: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E2385CE4-290F-1213-C10C-2EB895451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6025" y="4495891"/>
            <a:ext cx="504372" cy="50437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91E5103-9291-BA70-77B8-481438435E8A}"/>
              </a:ext>
            </a:extLst>
          </p:cNvPr>
          <p:cNvSpPr txBox="1"/>
          <p:nvPr/>
        </p:nvSpPr>
        <p:spPr>
          <a:xfrm>
            <a:off x="6226357" y="4981027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Agent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2C62394E-5CB8-674B-F592-292C92F56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0569" y="4494920"/>
            <a:ext cx="504372" cy="504372"/>
          </a:xfrm>
          <a:prstGeom prst="rect">
            <a:avLst/>
          </a:prstGeom>
        </p:spPr>
      </p:pic>
      <p:sp>
        <p:nvSpPr>
          <p:cNvPr id="29" name="Rectangle: Rounded Corners 54">
            <a:extLst>
              <a:ext uri="{FF2B5EF4-FFF2-40B4-BE49-F238E27FC236}">
                <a16:creationId xmlns:a16="http://schemas.microsoft.com/office/drawing/2014/main" id="{9F8765B7-D103-B42F-BC29-0C97E5FCBDFE}"/>
              </a:ext>
            </a:extLst>
          </p:cNvPr>
          <p:cNvSpPr/>
          <p:nvPr/>
        </p:nvSpPr>
        <p:spPr>
          <a:xfrm>
            <a:off x="7621480" y="4906274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3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Charting Server</a:t>
            </a:r>
          </a:p>
        </p:txBody>
      </p:sp>
      <p:sp>
        <p:nvSpPr>
          <p:cNvPr id="32" name="Rectangle: Rounded Corners 54">
            <a:extLst>
              <a:ext uri="{FF2B5EF4-FFF2-40B4-BE49-F238E27FC236}">
                <a16:creationId xmlns:a16="http://schemas.microsoft.com/office/drawing/2014/main" id="{9CFD418C-0102-5985-A4A0-4326FB962A7C}"/>
              </a:ext>
            </a:extLst>
          </p:cNvPr>
          <p:cNvSpPr/>
          <p:nvPr/>
        </p:nvSpPr>
        <p:spPr>
          <a:xfrm>
            <a:off x="7624022" y="4256080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3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News</a:t>
            </a:r>
          </a:p>
        </p:txBody>
      </p:sp>
      <p:sp>
        <p:nvSpPr>
          <p:cNvPr id="33" name="Rectangle: Rounded Corners 54">
            <a:extLst>
              <a:ext uri="{FF2B5EF4-FFF2-40B4-BE49-F238E27FC236}">
                <a16:creationId xmlns:a16="http://schemas.microsoft.com/office/drawing/2014/main" id="{555F875C-8EC0-1890-206E-027DD8D6B9DF}"/>
              </a:ext>
            </a:extLst>
          </p:cNvPr>
          <p:cNvSpPr/>
          <p:nvPr/>
        </p:nvSpPr>
        <p:spPr>
          <a:xfrm>
            <a:off x="9407022" y="4256834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3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Fundamentals</a:t>
            </a:r>
          </a:p>
        </p:txBody>
      </p: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30AF9BD9-F821-349A-C4B3-D5CE3FB3F3D6}"/>
              </a:ext>
            </a:extLst>
          </p:cNvPr>
          <p:cNvCxnSpPr>
            <a:cxnSpLocks/>
          </p:cNvCxnSpPr>
          <p:nvPr/>
        </p:nvCxnSpPr>
        <p:spPr>
          <a:xfrm>
            <a:off x="1667634" y="3719301"/>
            <a:ext cx="499463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Rounded Rectangle 5">
            <a:extLst>
              <a:ext uri="{FF2B5EF4-FFF2-40B4-BE49-F238E27FC236}">
                <a16:creationId xmlns:a16="http://schemas.microsoft.com/office/drawing/2014/main" id="{56515D87-F72E-0A70-5885-44C55FD5D7E4}"/>
              </a:ext>
            </a:extLst>
          </p:cNvPr>
          <p:cNvSpPr/>
          <p:nvPr/>
        </p:nvSpPr>
        <p:spPr>
          <a:xfrm>
            <a:off x="7555939" y="3559868"/>
            <a:ext cx="3714750" cy="2018606"/>
          </a:xfrm>
          <a:prstGeom prst="roundRect">
            <a:avLst>
              <a:gd name="adj" fmla="val 807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45720" tIns="45720" rIns="45720" rtlCol="0" anchor="ctr"/>
          <a:lstStyle/>
          <a:p>
            <a:pPr algn="ctr"/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061" name="Rectangle: Rounded Corners 54">
            <a:extLst>
              <a:ext uri="{FF2B5EF4-FFF2-40B4-BE49-F238E27FC236}">
                <a16:creationId xmlns:a16="http://schemas.microsoft.com/office/drawing/2014/main" id="{A017798D-DFCF-987E-E2A1-DD9E9A278DA7}"/>
              </a:ext>
            </a:extLst>
          </p:cNvPr>
          <p:cNvSpPr/>
          <p:nvPr/>
        </p:nvSpPr>
        <p:spPr>
          <a:xfrm>
            <a:off x="9407022" y="4890963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chemeClr val="accent3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Instrument Metadata</a:t>
            </a:r>
          </a:p>
        </p:txBody>
      </p:sp>
      <p:pic>
        <p:nvPicPr>
          <p:cNvPr id="1069" name="Graphic 1068">
            <a:extLst>
              <a:ext uri="{FF2B5EF4-FFF2-40B4-BE49-F238E27FC236}">
                <a16:creationId xmlns:a16="http://schemas.microsoft.com/office/drawing/2014/main" id="{C15B3DDD-83ED-C7BB-2977-5A10BDEAFD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68637" y="3738389"/>
            <a:ext cx="1431107" cy="33554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C37424-EB35-152D-3AE1-598633F84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1062" y="3453797"/>
            <a:ext cx="504372" cy="5043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D25670-F4EF-F7CF-4493-5A61E6BC68FE}"/>
              </a:ext>
            </a:extLst>
          </p:cNvPr>
          <p:cNvSpPr txBox="1"/>
          <p:nvPr/>
        </p:nvSpPr>
        <p:spPr>
          <a:xfrm>
            <a:off x="4316388" y="3958169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400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rPr>
              <a:t>Agent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0EEEE3-299A-FF9A-00FA-57753182A0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597" y="2805854"/>
            <a:ext cx="866840" cy="75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73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0CE6398-158C-67F3-E02F-FBC2377CB659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dirty="0" err="1"/>
              <a:t>dxFeed</a:t>
            </a:r>
            <a:r>
              <a:rPr lang="en-US" sz="4000" dirty="0"/>
              <a:t> </a:t>
            </a:r>
            <a:r>
              <a:rPr lang="en-US" sz="4000" dirty="0" err="1"/>
              <a:t>SummerFox</a:t>
            </a:r>
            <a:r>
              <a:rPr lang="en-US" sz="4000" dirty="0"/>
              <a:t> in Action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E15B1C-5474-AE6C-45A3-CA58FDCE5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28400"/>
            <a:ext cx="12192741" cy="5529600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4BD810A8-1EE6-2B84-9BE1-B54B2632E601}"/>
              </a:ext>
            </a:extLst>
          </p:cNvPr>
          <p:cNvGrpSpPr/>
          <p:nvPr/>
        </p:nvGrpSpPr>
        <p:grpSpPr>
          <a:xfrm>
            <a:off x="1414448" y="828532"/>
            <a:ext cx="5612885" cy="2139035"/>
            <a:chOff x="1414448" y="828532"/>
            <a:chExt cx="5612885" cy="213903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A8A307-45C7-B818-6B72-8C4CF4C502BA}"/>
                </a:ext>
              </a:extLst>
            </p:cNvPr>
            <p:cNvSpPr txBox="1"/>
            <p:nvPr/>
          </p:nvSpPr>
          <p:spPr>
            <a:xfrm>
              <a:off x="1414448" y="828532"/>
              <a:ext cx="377962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2000" b="0" i="0" u="none" strike="noStrike" dirty="0">
                  <a:solidFill>
                    <a:schemeClr val="accent6"/>
                  </a:solidFill>
                  <a:effectLst/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What is the high-level outlook?</a:t>
              </a:r>
              <a:endParaRPr lang="en-US" sz="2000" dirty="0">
                <a:solidFill>
                  <a:schemeClr val="accent6"/>
                </a:solidFill>
                <a:effectLst/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EE695EF-DA7D-FD1D-1F6E-92C4ADA28B84}"/>
                </a:ext>
              </a:extLst>
            </p:cNvPr>
            <p:cNvSpPr/>
            <p:nvPr/>
          </p:nvSpPr>
          <p:spPr>
            <a:xfrm>
              <a:off x="2391833" y="2184401"/>
              <a:ext cx="4635500" cy="783166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26CFF99-C8C3-1139-C7E3-778FD7733CC4}"/>
                </a:ext>
              </a:extLst>
            </p:cNvPr>
            <p:cNvCxnSpPr>
              <a:cxnSpLocks/>
              <a:stCxn id="5" idx="2"/>
              <a:endCxn id="15" idx="0"/>
            </p:cNvCxnSpPr>
            <p:nvPr/>
          </p:nvCxnSpPr>
          <p:spPr>
            <a:xfrm>
              <a:off x="3304260" y="1228642"/>
              <a:ext cx="1405323" cy="955759"/>
            </a:xfrm>
            <a:prstGeom prst="line">
              <a:avLst/>
            </a:prstGeom>
            <a:ln w="381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CC2CB5A-214E-6DBF-A677-32B2B5E110A5}"/>
              </a:ext>
            </a:extLst>
          </p:cNvPr>
          <p:cNvGrpSpPr/>
          <p:nvPr/>
        </p:nvGrpSpPr>
        <p:grpSpPr>
          <a:xfrm>
            <a:off x="6599395" y="828532"/>
            <a:ext cx="5380938" cy="3138101"/>
            <a:chOff x="6599395" y="828532"/>
            <a:chExt cx="5380938" cy="313810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D2152A-48BC-4244-5C6F-180751E2EF82}"/>
                </a:ext>
              </a:extLst>
            </p:cNvPr>
            <p:cNvSpPr txBox="1"/>
            <p:nvPr/>
          </p:nvSpPr>
          <p:spPr>
            <a:xfrm>
              <a:off x="6599395" y="828532"/>
              <a:ext cx="45087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2000" b="0" i="0" u="none" strike="noStrike" dirty="0">
                  <a:solidFill>
                    <a:schemeClr val="accent6"/>
                  </a:solidFill>
                  <a:effectLst/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What data-driven insights are there? </a:t>
              </a:r>
              <a:endParaRPr lang="en-US" sz="2000" dirty="0">
                <a:solidFill>
                  <a:schemeClr val="accent6"/>
                </a:solidFill>
                <a:effectLst/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D39D952-F15C-280F-B952-BA9A18398B75}"/>
                </a:ext>
              </a:extLst>
            </p:cNvPr>
            <p:cNvSpPr/>
            <p:nvPr/>
          </p:nvSpPr>
          <p:spPr>
            <a:xfrm>
              <a:off x="7344833" y="3310034"/>
              <a:ext cx="4635500" cy="656599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B7DE6D8-381D-BC83-035D-F5551BD6D133}"/>
                </a:ext>
              </a:extLst>
            </p:cNvPr>
            <p:cNvCxnSpPr>
              <a:cxnSpLocks/>
              <a:stCxn id="3" idx="2"/>
              <a:endCxn id="25" idx="0"/>
            </p:cNvCxnSpPr>
            <p:nvPr/>
          </p:nvCxnSpPr>
          <p:spPr>
            <a:xfrm>
              <a:off x="8853774" y="1228642"/>
              <a:ext cx="808809" cy="2081392"/>
            </a:xfrm>
            <a:prstGeom prst="line">
              <a:avLst/>
            </a:prstGeom>
            <a:ln w="381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204DCE3-49D7-38C3-7C6A-331013C31323}"/>
              </a:ext>
            </a:extLst>
          </p:cNvPr>
          <p:cNvGrpSpPr/>
          <p:nvPr/>
        </p:nvGrpSpPr>
        <p:grpSpPr>
          <a:xfrm>
            <a:off x="403139" y="4389534"/>
            <a:ext cx="11577194" cy="2261643"/>
            <a:chOff x="403139" y="4389534"/>
            <a:chExt cx="11577194" cy="226164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723966-A228-CC38-013E-D080A8950CDD}"/>
                </a:ext>
              </a:extLst>
            </p:cNvPr>
            <p:cNvSpPr txBox="1"/>
            <p:nvPr/>
          </p:nvSpPr>
          <p:spPr>
            <a:xfrm>
              <a:off x="403139" y="6251067"/>
              <a:ext cx="456634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2000" b="0" i="0" u="none" strike="noStrike" dirty="0">
                  <a:solidFill>
                    <a:schemeClr val="accent6"/>
                  </a:solidFill>
                  <a:effectLst/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How do recent news affect the stock?</a:t>
              </a:r>
              <a:endParaRPr lang="en-US" sz="2000" dirty="0">
                <a:solidFill>
                  <a:schemeClr val="accent6"/>
                </a:solidFill>
                <a:effectLst/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F9ABCF7-36AB-FFD6-925D-767D34889686}"/>
                </a:ext>
              </a:extLst>
            </p:cNvPr>
            <p:cNvSpPr/>
            <p:nvPr/>
          </p:nvSpPr>
          <p:spPr>
            <a:xfrm>
              <a:off x="7344833" y="4389534"/>
              <a:ext cx="4635500" cy="656599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ACD79E9-104B-F06A-96C9-16A9F7F68E5D}"/>
                </a:ext>
              </a:extLst>
            </p:cNvPr>
            <p:cNvCxnSpPr>
              <a:cxnSpLocks/>
              <a:stCxn id="8" idx="0"/>
              <a:endCxn id="31" idx="1"/>
            </p:cNvCxnSpPr>
            <p:nvPr/>
          </p:nvCxnSpPr>
          <p:spPr>
            <a:xfrm flipV="1">
              <a:off x="2686309" y="4717834"/>
              <a:ext cx="4658524" cy="1533233"/>
            </a:xfrm>
            <a:prstGeom prst="line">
              <a:avLst/>
            </a:prstGeom>
            <a:ln w="381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FE549FE-1BDA-3AD2-3856-54D15C88B78B}"/>
              </a:ext>
            </a:extLst>
          </p:cNvPr>
          <p:cNvGrpSpPr/>
          <p:nvPr/>
        </p:nvGrpSpPr>
        <p:grpSpPr>
          <a:xfrm>
            <a:off x="7222522" y="5517712"/>
            <a:ext cx="4812959" cy="1228278"/>
            <a:chOff x="7222522" y="5517712"/>
            <a:chExt cx="4812959" cy="12282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1E09CA8-02F7-65A1-A3F2-72229267ECB5}"/>
                </a:ext>
              </a:extLst>
            </p:cNvPr>
            <p:cNvSpPr txBox="1"/>
            <p:nvPr/>
          </p:nvSpPr>
          <p:spPr>
            <a:xfrm>
              <a:off x="7222522" y="6345880"/>
              <a:ext cx="481295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2000" b="0" i="0" u="none" strike="noStrike" dirty="0">
                  <a:solidFill>
                    <a:schemeClr val="accent6"/>
                  </a:solidFill>
                  <a:effectLst/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What is the current market consensus?</a:t>
              </a:r>
              <a:endParaRPr lang="en-US" sz="2000" dirty="0">
                <a:solidFill>
                  <a:schemeClr val="accent6"/>
                </a:solidFill>
                <a:effectLst/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2ECDBEE-DFC3-14C5-BFD6-D01A0B549A7F}"/>
                </a:ext>
              </a:extLst>
            </p:cNvPr>
            <p:cNvSpPr/>
            <p:nvPr/>
          </p:nvSpPr>
          <p:spPr>
            <a:xfrm>
              <a:off x="7344833" y="5517712"/>
              <a:ext cx="4635500" cy="656599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360861E-7A9B-DEA6-E11C-05EB6F76555F}"/>
                </a:ext>
              </a:extLst>
            </p:cNvPr>
            <p:cNvCxnSpPr>
              <a:cxnSpLocks/>
              <a:stCxn id="10" idx="0"/>
              <a:endCxn id="36" idx="2"/>
            </p:cNvCxnSpPr>
            <p:nvPr/>
          </p:nvCxnSpPr>
          <p:spPr>
            <a:xfrm flipV="1">
              <a:off x="9629002" y="6174311"/>
              <a:ext cx="33581" cy="171569"/>
            </a:xfrm>
            <a:prstGeom prst="line">
              <a:avLst/>
            </a:prstGeom>
            <a:ln w="381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322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7F46A-3760-6D3E-3629-58B86313C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D23782-BCE6-8BDC-B7A7-54BB2332A651}"/>
              </a:ext>
            </a:extLst>
          </p:cNvPr>
          <p:cNvSpPr txBox="1">
            <a:spLocks/>
          </p:cNvSpPr>
          <p:nvPr/>
        </p:nvSpPr>
        <p:spPr>
          <a:xfrm>
            <a:off x="525376" y="2210730"/>
            <a:ext cx="5456324" cy="40451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685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Prompt Engineering Techniques 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Be specific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 few-shot response examples</a:t>
            </a:r>
            <a:r>
              <a:rPr lang="ru-RU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Establish specific guardrails</a:t>
            </a:r>
            <a:r>
              <a:rPr lang="ru-RU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Know the weak points of an LLM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Reinforce capabilities with access to tools and agents</a:t>
            </a:r>
            <a:endParaRPr lang="ru-RU" sz="24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DDC5427-0973-E848-0218-181473E98B9D}"/>
              </a:ext>
            </a:extLst>
          </p:cNvPr>
          <p:cNvSpPr txBox="1">
            <a:spLocks/>
          </p:cNvSpPr>
          <p:nvPr/>
        </p:nvSpPr>
        <p:spPr>
          <a:xfrm>
            <a:off x="6210300" y="2210730"/>
            <a:ext cx="5456324" cy="40451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685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Guidelines for Production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Enable prompt/response caching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Implement tracing (</a:t>
            </a:r>
            <a:r>
              <a:rPr lang="en-US" sz="2400" u="sng" dirty="0" err="1">
                <a:hlinkClick r:id="rId2"/>
              </a:rPr>
              <a:t>Langsmith</a:t>
            </a:r>
            <a:r>
              <a:rPr lang="en-US" sz="2400" dirty="0"/>
              <a:t>)</a:t>
            </a:r>
            <a:r>
              <a:rPr lang="ru-RU" sz="2400" dirty="0"/>
              <a:t>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Have multiple independent LLM vendors (AWS Bedrock, </a:t>
            </a:r>
            <a:r>
              <a:rPr lang="en-US" sz="2400" dirty="0" err="1"/>
              <a:t>AgentCore</a:t>
            </a:r>
            <a:r>
              <a:rPr lang="en-US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Quality control (</a:t>
            </a:r>
            <a:r>
              <a:rPr lang="en-US" sz="2400" u="sng" dirty="0" err="1">
                <a:hlinkClick r:id="rId3"/>
              </a:rPr>
              <a:t>Deepeval</a:t>
            </a:r>
            <a:r>
              <a:rPr lang="en-US" sz="2400" dirty="0"/>
              <a:t>)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6208C577-EE02-425B-FE9B-DD40582D7F8F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dirty="0"/>
              <a:t>Implementation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366250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BB48-5E37-F13E-9BD8-681865CF0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24DE31-810D-C85B-6144-89F6988E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01752"/>
            <a:ext cx="10972800" cy="590931"/>
          </a:xfrm>
        </p:spPr>
        <p:txBody>
          <a:bodyPr>
            <a:noAutofit/>
          </a:bodyPr>
          <a:lstStyle/>
          <a:p>
            <a:r>
              <a:rPr lang="en-US" sz="4000" dirty="0"/>
              <a:t>Evals: What and Why to Measure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497C05-D07A-0583-5C40-69D3E17FDE81}"/>
              </a:ext>
            </a:extLst>
          </p:cNvPr>
          <p:cNvGrpSpPr/>
          <p:nvPr/>
        </p:nvGrpSpPr>
        <p:grpSpPr>
          <a:xfrm>
            <a:off x="1352712" y="2301079"/>
            <a:ext cx="2406054" cy="1127923"/>
            <a:chOff x="845910" y="2016807"/>
            <a:chExt cx="3128250" cy="3256186"/>
          </a:xfrm>
        </p:grpSpPr>
        <p:sp>
          <p:nvSpPr>
            <p:cNvPr id="3" name="Rectangle: Rounded Corners 27">
              <a:extLst>
                <a:ext uri="{FF2B5EF4-FFF2-40B4-BE49-F238E27FC236}">
                  <a16:creationId xmlns:a16="http://schemas.microsoft.com/office/drawing/2014/main" id="{F14005C7-F14F-6753-0CED-95FAC15714C6}"/>
                </a:ext>
              </a:extLst>
            </p:cNvPr>
            <p:cNvSpPr/>
            <p:nvPr/>
          </p:nvSpPr>
          <p:spPr>
            <a:xfrm>
              <a:off x="845910" y="2016807"/>
              <a:ext cx="3128250" cy="3256186"/>
            </a:xfrm>
            <a:prstGeom prst="roundRect">
              <a:avLst>
                <a:gd name="adj" fmla="val 5840"/>
              </a:avLst>
            </a:prstGeom>
            <a:noFill/>
            <a:ln w="1905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  <a:latin typeface="Amazon Ember Display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74ECDA1-3457-A17E-41BA-C6AF272953CD}"/>
                </a:ext>
              </a:extLst>
            </p:cNvPr>
            <p:cNvSpPr txBox="1"/>
            <p:nvPr/>
          </p:nvSpPr>
          <p:spPr>
            <a:xfrm>
              <a:off x="1310419" y="2709328"/>
              <a:ext cx="2199233" cy="10849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FFFF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Factual correctness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E5EF84-8F13-38CF-BAF6-416490E9FC16}"/>
              </a:ext>
            </a:extLst>
          </p:cNvPr>
          <p:cNvGrpSpPr/>
          <p:nvPr/>
        </p:nvGrpSpPr>
        <p:grpSpPr>
          <a:xfrm>
            <a:off x="4116037" y="2301077"/>
            <a:ext cx="2406054" cy="1127923"/>
            <a:chOff x="4531875" y="2016807"/>
            <a:chExt cx="3128250" cy="325618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8B63C6D-16EA-CB49-1B88-9B03ED8B0D84}"/>
                </a:ext>
              </a:extLst>
            </p:cNvPr>
            <p:cNvSpPr txBox="1"/>
            <p:nvPr/>
          </p:nvSpPr>
          <p:spPr>
            <a:xfrm>
              <a:off x="4922947" y="2709334"/>
              <a:ext cx="2239570" cy="10849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FFFF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Contextual relevance</a:t>
              </a:r>
            </a:p>
          </p:txBody>
        </p:sp>
        <p:sp>
          <p:nvSpPr>
            <p:cNvPr id="20" name="Rectangle: Rounded Corners 25">
              <a:extLst>
                <a:ext uri="{FF2B5EF4-FFF2-40B4-BE49-F238E27FC236}">
                  <a16:creationId xmlns:a16="http://schemas.microsoft.com/office/drawing/2014/main" id="{2F15A77B-4274-E0DF-4066-F11E38B16796}"/>
                </a:ext>
              </a:extLst>
            </p:cNvPr>
            <p:cNvSpPr/>
            <p:nvPr/>
          </p:nvSpPr>
          <p:spPr>
            <a:xfrm>
              <a:off x="4531875" y="2016807"/>
              <a:ext cx="3128250" cy="3256186"/>
            </a:xfrm>
            <a:prstGeom prst="roundRect">
              <a:avLst>
                <a:gd name="adj" fmla="val 6252"/>
              </a:avLst>
            </a:prstGeom>
            <a:noFill/>
            <a:ln w="1905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  <a:latin typeface="Amazon Ember Display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95925EC-8055-EE5B-83C6-565FF4916EC8}"/>
              </a:ext>
            </a:extLst>
          </p:cNvPr>
          <p:cNvGrpSpPr/>
          <p:nvPr/>
        </p:nvGrpSpPr>
        <p:grpSpPr>
          <a:xfrm>
            <a:off x="1352712" y="3738479"/>
            <a:ext cx="2406054" cy="1127923"/>
            <a:chOff x="8217840" y="2016807"/>
            <a:chExt cx="3128250" cy="325618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7A45736-18D1-A037-708E-822DB297AFF7}"/>
                </a:ext>
              </a:extLst>
            </p:cNvPr>
            <p:cNvSpPr txBox="1"/>
            <p:nvPr/>
          </p:nvSpPr>
          <p:spPr>
            <a:xfrm>
              <a:off x="8573689" y="2816368"/>
              <a:ext cx="2416551" cy="10849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FFFF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Hallucination rates</a:t>
              </a:r>
            </a:p>
          </p:txBody>
        </p:sp>
        <p:sp>
          <p:nvSpPr>
            <p:cNvPr id="31" name="Rectangle: Rounded Corners 26">
              <a:extLst>
                <a:ext uri="{FF2B5EF4-FFF2-40B4-BE49-F238E27FC236}">
                  <a16:creationId xmlns:a16="http://schemas.microsoft.com/office/drawing/2014/main" id="{9357E944-8C1A-1F74-1CC4-4D8A01799BF0}"/>
                </a:ext>
              </a:extLst>
            </p:cNvPr>
            <p:cNvSpPr/>
            <p:nvPr/>
          </p:nvSpPr>
          <p:spPr>
            <a:xfrm>
              <a:off x="8217840" y="2016807"/>
              <a:ext cx="3128250" cy="3256186"/>
            </a:xfrm>
            <a:prstGeom prst="roundRect">
              <a:avLst>
                <a:gd name="adj" fmla="val 7487"/>
              </a:avLst>
            </a:prstGeom>
            <a:noFill/>
            <a:ln w="1905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  <a:latin typeface="Amazon Ember Display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26AE1A-9468-E40B-4DC0-5B23F16D60A6}"/>
              </a:ext>
            </a:extLst>
          </p:cNvPr>
          <p:cNvGrpSpPr/>
          <p:nvPr/>
        </p:nvGrpSpPr>
        <p:grpSpPr>
          <a:xfrm>
            <a:off x="4075068" y="3738477"/>
            <a:ext cx="2487991" cy="1127923"/>
            <a:chOff x="845910" y="4091720"/>
            <a:chExt cx="3128250" cy="1995238"/>
          </a:xfrm>
        </p:grpSpPr>
        <p:sp>
          <p:nvSpPr>
            <p:cNvPr id="48" name="Rectangle: Rounded Corners 27">
              <a:extLst>
                <a:ext uri="{FF2B5EF4-FFF2-40B4-BE49-F238E27FC236}">
                  <a16:creationId xmlns:a16="http://schemas.microsoft.com/office/drawing/2014/main" id="{4219E899-F341-BAC3-7F8C-DD012562E2F6}"/>
                </a:ext>
              </a:extLst>
            </p:cNvPr>
            <p:cNvSpPr/>
            <p:nvPr/>
          </p:nvSpPr>
          <p:spPr>
            <a:xfrm>
              <a:off x="845910" y="4091720"/>
              <a:ext cx="3128250" cy="1995238"/>
            </a:xfrm>
            <a:prstGeom prst="roundRect">
              <a:avLst>
                <a:gd name="adj" fmla="val 5840"/>
              </a:avLst>
            </a:prstGeom>
            <a:noFill/>
            <a:ln w="1905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  <a:latin typeface="Amazon Ember Display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7A3834D-E163-B770-8B67-31695795CD1C}"/>
                </a:ext>
              </a:extLst>
            </p:cNvPr>
            <p:cNvSpPr txBox="1"/>
            <p:nvPr/>
          </p:nvSpPr>
          <p:spPr>
            <a:xfrm>
              <a:off x="927846" y="4747855"/>
              <a:ext cx="2964376" cy="3324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FFFF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Alignment / bias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EA3AD6-3890-C791-7BE7-99A208025156}"/>
              </a:ext>
            </a:extLst>
          </p:cNvPr>
          <p:cNvGrpSpPr/>
          <p:nvPr/>
        </p:nvGrpSpPr>
        <p:grpSpPr>
          <a:xfrm>
            <a:off x="1352712" y="5175879"/>
            <a:ext cx="2406054" cy="1127923"/>
            <a:chOff x="4531875" y="4091720"/>
            <a:chExt cx="3128250" cy="199523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D49B6E2-6AFF-7CED-E19E-6014E953391D}"/>
                </a:ext>
              </a:extLst>
            </p:cNvPr>
            <p:cNvSpPr txBox="1"/>
            <p:nvPr/>
          </p:nvSpPr>
          <p:spPr>
            <a:xfrm>
              <a:off x="4696951" y="4424539"/>
              <a:ext cx="2798098" cy="6647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FFFF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Adherence to guardrails</a:t>
              </a:r>
            </a:p>
          </p:txBody>
        </p:sp>
        <p:sp>
          <p:nvSpPr>
            <p:cNvPr id="52" name="Rectangle: Rounded Corners 25">
              <a:extLst>
                <a:ext uri="{FF2B5EF4-FFF2-40B4-BE49-F238E27FC236}">
                  <a16:creationId xmlns:a16="http://schemas.microsoft.com/office/drawing/2014/main" id="{1379720D-4941-2A28-AE52-E2E72F2EF28C}"/>
                </a:ext>
              </a:extLst>
            </p:cNvPr>
            <p:cNvSpPr/>
            <p:nvPr/>
          </p:nvSpPr>
          <p:spPr>
            <a:xfrm>
              <a:off x="4531875" y="4091720"/>
              <a:ext cx="3128250" cy="1995238"/>
            </a:xfrm>
            <a:prstGeom prst="roundRect">
              <a:avLst>
                <a:gd name="adj" fmla="val 6252"/>
              </a:avLst>
            </a:prstGeom>
            <a:noFill/>
            <a:ln w="1905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  <a:latin typeface="Amazon Ember Display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C626E0E-5B35-AADA-7249-4CDFFF6FEC8E}"/>
              </a:ext>
            </a:extLst>
          </p:cNvPr>
          <p:cNvGrpSpPr/>
          <p:nvPr/>
        </p:nvGrpSpPr>
        <p:grpSpPr>
          <a:xfrm>
            <a:off x="4075067" y="5175880"/>
            <a:ext cx="2487991" cy="1127922"/>
            <a:chOff x="8217840" y="2016807"/>
            <a:chExt cx="3128250" cy="3256186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841E566-04E2-A157-9625-7DDAB45E9C9B}"/>
                </a:ext>
              </a:extLst>
            </p:cNvPr>
            <p:cNvSpPr txBox="1"/>
            <p:nvPr/>
          </p:nvSpPr>
          <p:spPr>
            <a:xfrm>
              <a:off x="8371520" y="3102427"/>
              <a:ext cx="2820885" cy="5424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FFFF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Toxicity</a:t>
              </a:r>
            </a:p>
          </p:txBody>
        </p:sp>
        <p:sp>
          <p:nvSpPr>
            <p:cNvPr id="55" name="Rectangle: Rounded Corners 26">
              <a:extLst>
                <a:ext uri="{FF2B5EF4-FFF2-40B4-BE49-F238E27FC236}">
                  <a16:creationId xmlns:a16="http://schemas.microsoft.com/office/drawing/2014/main" id="{1CD9DDB0-5C56-2A80-1D18-C885E3207752}"/>
                </a:ext>
              </a:extLst>
            </p:cNvPr>
            <p:cNvSpPr/>
            <p:nvPr/>
          </p:nvSpPr>
          <p:spPr>
            <a:xfrm>
              <a:off x="8217840" y="2016807"/>
              <a:ext cx="3128250" cy="3256186"/>
            </a:xfrm>
            <a:prstGeom prst="roundRect">
              <a:avLst>
                <a:gd name="adj" fmla="val 7487"/>
              </a:avLst>
            </a:prstGeom>
            <a:noFill/>
            <a:ln w="1905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  <a:latin typeface="Amazon Ember Display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67CF4AA-0726-166D-5A8B-575FC56EC2DD}"/>
              </a:ext>
            </a:extLst>
          </p:cNvPr>
          <p:cNvGrpSpPr/>
          <p:nvPr/>
        </p:nvGrpSpPr>
        <p:grpSpPr>
          <a:xfrm>
            <a:off x="7354269" y="2301079"/>
            <a:ext cx="2406054" cy="1127921"/>
            <a:chOff x="1022220" y="2130768"/>
            <a:chExt cx="2406054" cy="112792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577E538-1B4D-3675-7B18-D24B56EDDFF8}"/>
                </a:ext>
              </a:extLst>
            </p:cNvPr>
            <p:cNvSpPr/>
            <p:nvPr/>
          </p:nvSpPr>
          <p:spPr>
            <a:xfrm>
              <a:off x="1022220" y="2130768"/>
              <a:ext cx="2406054" cy="1127921"/>
            </a:xfrm>
            <a:prstGeom prst="roundRect">
              <a:avLst>
                <a:gd name="adj" fmla="val 2958"/>
              </a:avLst>
            </a:prstGeom>
            <a:noFill/>
            <a:ln w="19050">
              <a:gradFill>
                <a:gsLst>
                  <a:gs pos="0">
                    <a:srgbClr val="FE6277"/>
                  </a:gs>
                  <a:gs pos="100000">
                    <a:srgbClr val="FE35C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E5E05B-10F0-AE0E-4124-D3CA2C743DBB}"/>
                </a:ext>
              </a:extLst>
            </p:cNvPr>
            <p:cNvSpPr txBox="1"/>
            <p:nvPr/>
          </p:nvSpPr>
          <p:spPr>
            <a:xfrm>
              <a:off x="1191862" y="2362329"/>
              <a:ext cx="2083181" cy="6647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FFFF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At new builds &amp; releases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F48AA21-C0F1-957F-B25F-4D55519410C1}"/>
              </a:ext>
            </a:extLst>
          </p:cNvPr>
          <p:cNvGrpSpPr/>
          <p:nvPr/>
        </p:nvGrpSpPr>
        <p:grpSpPr>
          <a:xfrm>
            <a:off x="7354269" y="3733344"/>
            <a:ext cx="2414260" cy="1127923"/>
            <a:chOff x="1022220" y="3563033"/>
            <a:chExt cx="2414260" cy="112792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9DCF3AE-CA50-DDA6-E2CD-08EA6C14D75F}"/>
                </a:ext>
              </a:extLst>
            </p:cNvPr>
            <p:cNvSpPr/>
            <p:nvPr/>
          </p:nvSpPr>
          <p:spPr>
            <a:xfrm>
              <a:off x="1022220" y="3563033"/>
              <a:ext cx="2414260" cy="1127923"/>
            </a:xfrm>
            <a:prstGeom prst="roundRect">
              <a:avLst>
                <a:gd name="adj" fmla="val 2958"/>
              </a:avLst>
            </a:prstGeom>
            <a:noFill/>
            <a:ln w="19050">
              <a:gradFill>
                <a:gsLst>
                  <a:gs pos="0">
                    <a:srgbClr val="FE6277"/>
                  </a:gs>
                  <a:gs pos="100000">
                    <a:srgbClr val="FE35C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AC9C05-2095-0592-5289-271F4CBC725C}"/>
                </a:ext>
              </a:extLst>
            </p:cNvPr>
            <p:cNvSpPr txBox="1"/>
            <p:nvPr/>
          </p:nvSpPr>
          <p:spPr>
            <a:xfrm>
              <a:off x="1183656" y="3794595"/>
              <a:ext cx="2083181" cy="6647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FFFF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For switchover to new models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0ADC72-6346-7CC5-4A27-D48E062E331E}"/>
              </a:ext>
            </a:extLst>
          </p:cNvPr>
          <p:cNvGrpSpPr/>
          <p:nvPr/>
        </p:nvGrpSpPr>
        <p:grpSpPr>
          <a:xfrm>
            <a:off x="7362475" y="5176317"/>
            <a:ext cx="2406054" cy="1127922"/>
            <a:chOff x="1030426" y="5006006"/>
            <a:chExt cx="2406054" cy="112792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992E463-983D-4D5C-2863-22B9ADC0DE31}"/>
                </a:ext>
              </a:extLst>
            </p:cNvPr>
            <p:cNvSpPr/>
            <p:nvPr/>
          </p:nvSpPr>
          <p:spPr>
            <a:xfrm>
              <a:off x="1030426" y="5006006"/>
              <a:ext cx="2406054" cy="1127922"/>
            </a:xfrm>
            <a:prstGeom prst="roundRect">
              <a:avLst>
                <a:gd name="adj" fmla="val 2958"/>
              </a:avLst>
            </a:prstGeom>
            <a:noFill/>
            <a:ln w="19050">
              <a:gradFill>
                <a:gsLst>
                  <a:gs pos="0">
                    <a:srgbClr val="FE6277"/>
                  </a:gs>
                  <a:gs pos="100000">
                    <a:srgbClr val="FE35C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A05FD5B-4C80-A1CB-476C-1DF52482C13F}"/>
                </a:ext>
              </a:extLst>
            </p:cNvPr>
            <p:cNvSpPr txBox="1"/>
            <p:nvPr/>
          </p:nvSpPr>
          <p:spPr>
            <a:xfrm>
              <a:off x="1191862" y="5070933"/>
              <a:ext cx="2083181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FFFF"/>
                  </a:solidFill>
                  <a:latin typeface="Amazon Ember Display" panose="020F0603020204020204" pitchFamily="34" charset="0"/>
                  <a:ea typeface="Amazon Ember Display" panose="020F0603020204020204" pitchFamily="34" charset="0"/>
                  <a:cs typeface="Amazon Ember Display" panose="020F0603020204020204" pitchFamily="34" charset="0"/>
                </a:rPr>
                <a:t>As early signs of model degradation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656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2B5D6-8305-55BE-C3D2-ECC4A3922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D3AE28-F9A9-1722-A59D-832B1E75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Evals</a:t>
            </a:r>
            <a:endParaRPr lang="en-DE" sz="4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D34F125-7604-7C23-6300-98CA2B3A13F4}"/>
              </a:ext>
            </a:extLst>
          </p:cNvPr>
          <p:cNvGrpSpPr/>
          <p:nvPr/>
        </p:nvGrpSpPr>
        <p:grpSpPr>
          <a:xfrm>
            <a:off x="874222" y="4758547"/>
            <a:ext cx="5672685" cy="954107"/>
            <a:chOff x="856354" y="3776767"/>
            <a:chExt cx="5672685" cy="95410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1B629D9-9FEE-9DCD-1BCB-CE3C87AC6F7F}"/>
                </a:ext>
              </a:extLst>
            </p:cNvPr>
            <p:cNvSpPr txBox="1"/>
            <p:nvPr/>
          </p:nvSpPr>
          <p:spPr>
            <a:xfrm>
              <a:off x="1700064" y="3776767"/>
              <a:ext cx="48289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2800" b="0" i="0" u="none" strike="noStrike" dirty="0">
                  <a:effectLst/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What is the point validating LLM with itself</a:t>
              </a:r>
              <a:r>
                <a:rPr lang="en-US" sz="2800" dirty="0"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?</a:t>
              </a:r>
              <a:endParaRPr lang="en-US" sz="2800" b="0" i="0" u="none" strike="noStrike" dirty="0">
                <a:effectLst/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  <p:pic>
          <p:nvPicPr>
            <p:cNvPr id="13" name="Graphic 12" descr="Badge Question Mark with solid fill">
              <a:extLst>
                <a:ext uri="{FF2B5EF4-FFF2-40B4-BE49-F238E27FC236}">
                  <a16:creationId xmlns:a16="http://schemas.microsoft.com/office/drawing/2014/main" id="{C2D55AC6-1CF1-39C1-C2CC-A99D06703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6354" y="3906512"/>
              <a:ext cx="685641" cy="685641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84D3BEF-32B1-FB5A-1301-8829A04F4489}"/>
              </a:ext>
            </a:extLst>
          </p:cNvPr>
          <p:cNvGrpSpPr/>
          <p:nvPr/>
        </p:nvGrpSpPr>
        <p:grpSpPr>
          <a:xfrm>
            <a:off x="880491" y="5671538"/>
            <a:ext cx="5215509" cy="954107"/>
            <a:chOff x="856355" y="5004645"/>
            <a:chExt cx="5215509" cy="95410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6AE8D3-7520-0B48-4B17-E24339FB0D38}"/>
                </a:ext>
              </a:extLst>
            </p:cNvPr>
            <p:cNvSpPr txBox="1"/>
            <p:nvPr/>
          </p:nvSpPr>
          <p:spPr>
            <a:xfrm>
              <a:off x="1700064" y="5004645"/>
              <a:ext cx="437180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i="1" dirty="0"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Not with itself, but with a bigger &amp; better model!</a:t>
              </a:r>
              <a:endParaRPr lang="en-US" sz="2800" b="1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  <p:pic>
          <p:nvPicPr>
            <p:cNvPr id="16" name="Graphic 15" descr="Badge New with solid fill">
              <a:extLst>
                <a:ext uri="{FF2B5EF4-FFF2-40B4-BE49-F238E27FC236}">
                  <a16:creationId xmlns:a16="http://schemas.microsoft.com/office/drawing/2014/main" id="{D5E268B5-31D4-F9AA-F44C-0638B4E7C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6355" y="5138878"/>
              <a:ext cx="685640" cy="68564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6B0F225-9818-2E56-E26D-E568D63AA9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976" y="455901"/>
            <a:ext cx="5115016" cy="60355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920C64-3DB9-0158-5718-89C67D149A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376" y="1622399"/>
            <a:ext cx="5772316" cy="290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6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F9374-1EC8-3479-47F4-3D471820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DD31924C-0B48-7BC7-5C7D-F84DF0051784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1374887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dirty="0"/>
              <a:t>Anomaly Detection Challenge: In-house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2DE8C-1EA7-BF73-F577-8B6A84D4785F}"/>
              </a:ext>
            </a:extLst>
          </p:cNvPr>
          <p:cNvSpPr txBox="1">
            <a:spLocks/>
          </p:cNvSpPr>
          <p:nvPr/>
        </p:nvSpPr>
        <p:spPr>
          <a:xfrm>
            <a:off x="563476" y="4450320"/>
            <a:ext cx="10515600" cy="1791728"/>
          </a:xfrm>
          <a:prstGeom prst="rect">
            <a:avLst/>
          </a:prstGeom>
        </p:spPr>
        <p:txBody>
          <a:bodyPr rtlCol="0"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b="0" i="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2400" dirty="0"/>
              <a:t>The needle in the haystack problem: rare and fuzzily defined events</a:t>
            </a:r>
          </a:p>
          <a:p>
            <a:pPr marL="0" indent="0" fontAlgn="base">
              <a:buNone/>
            </a:pPr>
            <a:r>
              <a:rPr lang="en-US" sz="2400" dirty="0"/>
              <a:t>Rule-based or feature engineered conditions:</a:t>
            </a:r>
          </a:p>
          <a:p>
            <a:pPr lvl="1" fontAlgn="base"/>
            <a:r>
              <a:rPr lang="en-US" sz="2000" dirty="0"/>
              <a:t>must be manually constructed or selected</a:t>
            </a:r>
          </a:p>
          <a:p>
            <a:pPr lvl="1" fontAlgn="base"/>
            <a:r>
              <a:rPr lang="en-US" sz="2000" dirty="0"/>
              <a:t>must be calibrated and recalibrated, may get outdated quickly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35A5BE8-1DD3-9E7E-3E1E-106A8F678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76" y="1821474"/>
            <a:ext cx="3468774" cy="227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A1E6FBB1-3893-114E-B105-0BA1F76A8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001" y="1821473"/>
            <a:ext cx="3468775" cy="227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AAF8B5-F0DE-DA9D-2C7E-21720E534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527" y="1821474"/>
            <a:ext cx="3468775" cy="227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8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75C1C-1020-86F1-54D3-D1C026ECE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DD2CB4AF-7BCC-EC29-66C2-D009E23D4991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129651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dirty="0"/>
              <a:t>Anomaly Detection Challenge: In-house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4BC6F-5137-F4D9-4120-B27C2DE0888F}"/>
              </a:ext>
            </a:extLst>
          </p:cNvPr>
          <p:cNvSpPr txBox="1">
            <a:spLocks/>
          </p:cNvSpPr>
          <p:nvPr/>
        </p:nvSpPr>
        <p:spPr>
          <a:xfrm>
            <a:off x="6811875" y="1953721"/>
            <a:ext cx="4854747" cy="4492799"/>
          </a:xfrm>
          <a:prstGeom prst="rect">
            <a:avLst/>
          </a:prstGeom>
        </p:spPr>
        <p:txBody>
          <a:bodyPr rtlCol="0"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b="0" i="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Our training setup:</a:t>
            </a:r>
            <a:endParaRPr lang="en-US" sz="2000" dirty="0"/>
          </a:p>
          <a:p>
            <a:pPr fontAlgn="base"/>
            <a:r>
              <a:rPr lang="en-US" sz="2400" dirty="0"/>
              <a:t>Order book snapshots sourced from </a:t>
            </a:r>
            <a:r>
              <a:rPr lang="en-US" sz="2400" dirty="0" err="1"/>
              <a:t>dxFeed</a:t>
            </a:r>
            <a:r>
              <a:rPr lang="en-US" sz="2400" dirty="0"/>
              <a:t> Data Lake </a:t>
            </a:r>
          </a:p>
          <a:p>
            <a:pPr fontAlgn="base"/>
            <a:r>
              <a:rPr lang="en-US" sz="2400" dirty="0"/>
              <a:t>Autoencoder architecture</a:t>
            </a:r>
          </a:p>
          <a:p>
            <a:pPr fontAlgn="base"/>
            <a:r>
              <a:rPr lang="en-US" sz="2400" dirty="0"/>
              <a:t>Full control over the neural net parameters and weights</a:t>
            </a:r>
          </a:p>
          <a:p>
            <a:pPr fontAlgn="base"/>
            <a:r>
              <a:rPr lang="en-US" sz="2400" dirty="0"/>
              <a:t>Reconstruction quality is what defines anomalies</a:t>
            </a:r>
          </a:p>
          <a:p>
            <a:pPr marL="0" indent="0" fontAlgn="base">
              <a:buNone/>
            </a:pP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7B4397-C18B-A9EC-344C-F66A59AD63A2}"/>
              </a:ext>
            </a:extLst>
          </p:cNvPr>
          <p:cNvGrpSpPr/>
          <p:nvPr/>
        </p:nvGrpSpPr>
        <p:grpSpPr>
          <a:xfrm>
            <a:off x="525376" y="2591421"/>
            <a:ext cx="1254646" cy="2967442"/>
            <a:chOff x="525376" y="2591421"/>
            <a:chExt cx="1254646" cy="296744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E8D66C54-E895-948C-2B77-13E503C80A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377" y="2591421"/>
              <a:ext cx="1254645" cy="822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>
              <a:extLst>
                <a:ext uri="{FF2B5EF4-FFF2-40B4-BE49-F238E27FC236}">
                  <a16:creationId xmlns:a16="http://schemas.microsoft.com/office/drawing/2014/main" id="{E1CD0B85-28EA-50DC-C7F6-651B888125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376" y="3665824"/>
              <a:ext cx="1254645" cy="822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BC5D96B-5461-FD45-1B84-58430359F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376" y="4736197"/>
              <a:ext cx="1254645" cy="822666"/>
            </a:xfrm>
            <a:prstGeom prst="rect">
              <a:avLst/>
            </a:prstGeom>
          </p:spPr>
        </p:pic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CEF4873E-950A-A7F3-EBD3-AF22BEC1D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954" y="1638300"/>
            <a:ext cx="4162506" cy="508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89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837D0-C6FA-1457-4EC7-67FA7E584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E360FEE9-E22C-28CA-8A1B-9A57B8AD32A6}"/>
              </a:ext>
            </a:extLst>
          </p:cNvPr>
          <p:cNvGrpSpPr/>
          <p:nvPr/>
        </p:nvGrpSpPr>
        <p:grpSpPr>
          <a:xfrm>
            <a:off x="0" y="1257300"/>
            <a:ext cx="12188546" cy="5600700"/>
            <a:chOff x="0" y="1257300"/>
            <a:chExt cx="12188546" cy="5600700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4281F69E-7255-70AA-44A6-07AFACC9E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257300"/>
              <a:ext cx="12188546" cy="5600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9E4DB39-E5D4-7D89-5E99-6C51DFC56CAA}"/>
                </a:ext>
              </a:extLst>
            </p:cNvPr>
            <p:cNvSpPr/>
            <p:nvPr/>
          </p:nvSpPr>
          <p:spPr>
            <a:xfrm>
              <a:off x="99060" y="1285906"/>
              <a:ext cx="2309360" cy="371504"/>
            </a:xfrm>
            <a:prstGeom prst="rect">
              <a:avLst/>
            </a:prstGeom>
            <a:solidFill>
              <a:srgbClr val="0E1117"/>
            </a:solidFill>
            <a:ln>
              <a:solidFill>
                <a:srgbClr val="0E1117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39590381-D50E-A687-4E2C-416145C01493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dirty="0" err="1"/>
              <a:t>dxFeed</a:t>
            </a:r>
            <a:r>
              <a:rPr lang="en-US" sz="4000" dirty="0"/>
              <a:t> Grenadier in Action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3EE830-6554-C35A-8847-860F9E5CDADC}"/>
              </a:ext>
            </a:extLst>
          </p:cNvPr>
          <p:cNvGrpSpPr/>
          <p:nvPr/>
        </p:nvGrpSpPr>
        <p:grpSpPr>
          <a:xfrm>
            <a:off x="2408420" y="857190"/>
            <a:ext cx="8815436" cy="3394770"/>
            <a:chOff x="2408420" y="857190"/>
            <a:chExt cx="8815436" cy="339477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D79918D-5F3E-7B32-D00B-4D77C35E265F}"/>
                </a:ext>
              </a:extLst>
            </p:cNvPr>
            <p:cNvSpPr txBox="1"/>
            <p:nvPr/>
          </p:nvSpPr>
          <p:spPr>
            <a:xfrm>
              <a:off x="2408420" y="857190"/>
              <a:ext cx="60802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2000" b="0" i="0" u="none" strike="noStrike" dirty="0">
                  <a:solidFill>
                    <a:schemeClr val="accent6"/>
                  </a:solidFill>
                  <a:effectLst/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Large volume concentration far from the spread  </a:t>
              </a:r>
              <a:endParaRPr lang="en-US" sz="2000" dirty="0">
                <a:solidFill>
                  <a:schemeClr val="accent6"/>
                </a:solidFill>
                <a:effectLst/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9D6DBE-2CB1-4C3B-7120-18A0436F6499}"/>
                </a:ext>
              </a:extLst>
            </p:cNvPr>
            <p:cNvSpPr/>
            <p:nvPr/>
          </p:nvSpPr>
          <p:spPr>
            <a:xfrm>
              <a:off x="9357360" y="2179320"/>
              <a:ext cx="1866496" cy="2072640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47BCE3C-90D9-A369-A713-E15968BE69E9}"/>
                </a:ext>
              </a:extLst>
            </p:cNvPr>
            <p:cNvCxnSpPr>
              <a:cxnSpLocks/>
              <a:stCxn id="2" idx="2"/>
              <a:endCxn id="5" idx="1"/>
            </p:cNvCxnSpPr>
            <p:nvPr/>
          </p:nvCxnSpPr>
          <p:spPr>
            <a:xfrm>
              <a:off x="5448550" y="1257300"/>
              <a:ext cx="3908810" cy="1958340"/>
            </a:xfrm>
            <a:prstGeom prst="line">
              <a:avLst/>
            </a:prstGeom>
            <a:ln w="381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2C1E30F-0183-F351-50E6-DB98EEFF0C62}"/>
              </a:ext>
            </a:extLst>
          </p:cNvPr>
          <p:cNvGrpSpPr/>
          <p:nvPr/>
        </p:nvGrpSpPr>
        <p:grpSpPr>
          <a:xfrm>
            <a:off x="312516" y="4124295"/>
            <a:ext cx="11376564" cy="2444144"/>
            <a:chOff x="312516" y="4124295"/>
            <a:chExt cx="11376564" cy="244414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CAFB63-276E-EF72-4929-1C597A6B1909}"/>
                </a:ext>
              </a:extLst>
            </p:cNvPr>
            <p:cNvSpPr txBox="1"/>
            <p:nvPr/>
          </p:nvSpPr>
          <p:spPr>
            <a:xfrm>
              <a:off x="312516" y="4124295"/>
              <a:ext cx="454142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2000" b="0" i="0" u="none" strike="noStrike" dirty="0">
                  <a:solidFill>
                    <a:schemeClr val="accent6"/>
                  </a:solidFill>
                  <a:effectLst/>
                  <a:latin typeface="Amazon Ember Display" panose="020B0604020202020204" charset="0"/>
                  <a:ea typeface="Amazon Ember Display" panose="020B0604020202020204" charset="0"/>
                  <a:cs typeface="Amazon Ember Display" panose="020B0604020202020204" charset="0"/>
                </a:rPr>
                <a:t>Anomaly-free state of the order book</a:t>
              </a:r>
              <a:endParaRPr lang="en-US" sz="2000" dirty="0">
                <a:solidFill>
                  <a:schemeClr val="accent6"/>
                </a:solidFill>
                <a:effectLst/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2BEC6B7-CDF0-DD29-E0A1-94A993EB24F5}"/>
                </a:ext>
              </a:extLst>
            </p:cNvPr>
            <p:cNvSpPr/>
            <p:nvPr/>
          </p:nvSpPr>
          <p:spPr>
            <a:xfrm>
              <a:off x="373380" y="4495799"/>
              <a:ext cx="11315700" cy="2072640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241922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CD259-DAC3-6476-891C-7AA3D7985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6FC8D4DB-07EE-F32C-32FF-0BA0BE821827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dirty="0"/>
              <a:t>Key Takeaways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4859C-4EA1-A547-4BE4-F4769528D481}"/>
              </a:ext>
            </a:extLst>
          </p:cNvPr>
          <p:cNvSpPr txBox="1">
            <a:spLocks/>
          </p:cNvSpPr>
          <p:nvPr/>
        </p:nvSpPr>
        <p:spPr>
          <a:xfrm>
            <a:off x="609550" y="2453268"/>
            <a:ext cx="10515600" cy="3490331"/>
          </a:xfrm>
          <a:prstGeom prst="rect">
            <a:avLst/>
          </a:prstGeom>
        </p:spPr>
        <p:txBody>
          <a:bodyPr rtlCol="0"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b="0" i="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dirty="0"/>
              <a:t>AI in finance requires approaches </a:t>
            </a:r>
            <a:r>
              <a:rPr lang="en-US" u="sng" dirty="0"/>
              <a:t>beyond generic LLMs</a:t>
            </a:r>
            <a:endParaRPr lang="en-US" dirty="0"/>
          </a:p>
          <a:p>
            <a:pPr fontAlgn="base"/>
            <a:r>
              <a:rPr lang="en-US" u="sng" dirty="0"/>
              <a:t>Model Context Protocol</a:t>
            </a:r>
            <a:r>
              <a:rPr lang="en-US" dirty="0"/>
              <a:t> enables controllable knowledge extraction in agentic architectures</a:t>
            </a:r>
          </a:p>
          <a:p>
            <a:pPr fontAlgn="base"/>
            <a:r>
              <a:rPr lang="en-US" dirty="0"/>
              <a:t>Output quality is secured via:</a:t>
            </a:r>
          </a:p>
          <a:p>
            <a:pPr lvl="1" fontAlgn="base"/>
            <a:r>
              <a:rPr lang="en-US" dirty="0"/>
              <a:t>Data layers and calculation engines</a:t>
            </a:r>
          </a:p>
          <a:p>
            <a:pPr lvl="1" fontAlgn="base"/>
            <a:r>
              <a:rPr lang="en-US" dirty="0"/>
              <a:t>Critic models and specialized evals</a:t>
            </a:r>
          </a:p>
          <a:p>
            <a:pPr lvl="1" fontAlgn="base"/>
            <a:r>
              <a:rPr lang="en-US" dirty="0"/>
              <a:t>Full control over the training cycle for </a:t>
            </a:r>
            <a:r>
              <a:rPr lang="en-US" u="sng" dirty="0"/>
              <a:t>in-house models</a:t>
            </a:r>
          </a:p>
        </p:txBody>
      </p:sp>
    </p:spTree>
    <p:extLst>
      <p:ext uri="{BB962C8B-B14F-4D97-AF65-F5344CB8AC3E}">
        <p14:creationId xmlns:p14="http://schemas.microsoft.com/office/powerpoint/2010/main" val="26711479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59E2-F401-D08F-4AF4-A367ED11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44;p33">
            <a:extLst>
              <a:ext uri="{FF2B5EF4-FFF2-40B4-BE49-F238E27FC236}">
                <a16:creationId xmlns:a16="http://schemas.microsoft.com/office/drawing/2014/main" id="{5BC6093E-B8DF-2BEA-63C6-9B8F32508B6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63681" y="1898884"/>
            <a:ext cx="6265332" cy="36747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44DC13C-EA1B-DE2C-5085-11712D459EB3}"/>
              </a:ext>
            </a:extLst>
          </p:cNvPr>
          <p:cNvSpPr txBox="1">
            <a:spLocks/>
          </p:cNvSpPr>
          <p:nvPr/>
        </p:nvSpPr>
        <p:spPr bwMode="invGray">
          <a:xfrm>
            <a:off x="6437745" y="0"/>
            <a:ext cx="5926667" cy="6858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buNone/>
              <a:defRPr sz="900" b="0" i="0" kern="120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sz="4000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29F917B-7ED3-A599-EEC4-40D03741EE5B}"/>
              </a:ext>
            </a:extLst>
          </p:cNvPr>
          <p:cNvSpPr txBox="1">
            <a:spLocks/>
          </p:cNvSpPr>
          <p:nvPr/>
        </p:nvSpPr>
        <p:spPr>
          <a:xfrm>
            <a:off x="1283855" y="5911556"/>
            <a:ext cx="10307781" cy="590931"/>
          </a:xfrm>
          <a:prstGeom prst="rect">
            <a:avLst/>
          </a:prstGeom>
        </p:spPr>
        <p:txBody>
          <a:bodyPr rtlCol="0"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b="0" i="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hlinkClick r:id="rId3"/>
              </a:rPr>
              <a:t>https://dxfeed.com/solutions/summerfox-market-intelligence-plus-ai/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F73E6D2-4F89-20F0-DAE6-EF0F32F2D4F2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1361824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dirty="0" err="1"/>
              <a:t>dxFeed</a:t>
            </a:r>
            <a:r>
              <a:rPr lang="en-US" sz="4000" dirty="0"/>
              <a:t> </a:t>
            </a:r>
            <a:r>
              <a:rPr lang="en-US" sz="4000" dirty="0" err="1"/>
              <a:t>SummerFox</a:t>
            </a:r>
            <a:r>
              <a:rPr lang="en-US" sz="4000" dirty="0"/>
              <a:t>: AI-driven market reporting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27C5A8-7C19-D6B9-4071-0B8E0E8DDB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34789" y="1898884"/>
            <a:ext cx="3657159" cy="365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737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7B1A-2FF1-0FA3-F9CF-1ADBD76E9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62E4F92D-CF6C-6008-843D-308885A9E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4789" y="1898884"/>
            <a:ext cx="3657159" cy="3657159"/>
          </a:xfrm>
          <a:prstGeom prst="rect">
            <a:avLst/>
          </a:prstGeom>
        </p:spPr>
      </p:pic>
      <p:pic>
        <p:nvPicPr>
          <p:cNvPr id="2" name="Google Shape;143;p33">
            <a:extLst>
              <a:ext uri="{FF2B5EF4-FFF2-40B4-BE49-F238E27FC236}">
                <a16:creationId xmlns:a16="http://schemas.microsoft.com/office/drawing/2014/main" id="{D5944E9F-01A4-0091-D49F-5E2DF61DA2C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3681" y="1881283"/>
            <a:ext cx="6265332" cy="36747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D9C6B26-9C56-8C14-C0F7-95A5CDF2401D}"/>
              </a:ext>
            </a:extLst>
          </p:cNvPr>
          <p:cNvSpPr txBox="1">
            <a:spLocks/>
          </p:cNvSpPr>
          <p:nvPr/>
        </p:nvSpPr>
        <p:spPr bwMode="invGray">
          <a:xfrm>
            <a:off x="6437745" y="0"/>
            <a:ext cx="5926667" cy="6858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buNone/>
              <a:defRPr sz="900" b="0" i="0" kern="120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33896B7-3983-F57B-9AED-75756F758719}"/>
              </a:ext>
            </a:extLst>
          </p:cNvPr>
          <p:cNvSpPr txBox="1">
            <a:spLocks/>
          </p:cNvSpPr>
          <p:nvPr/>
        </p:nvSpPr>
        <p:spPr>
          <a:xfrm>
            <a:off x="1283855" y="5911556"/>
            <a:ext cx="10307781" cy="590931"/>
          </a:xfrm>
          <a:prstGeom prst="rect">
            <a:avLst/>
          </a:prstGeom>
        </p:spPr>
        <p:txBody>
          <a:bodyPr rtlCol="0"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b="0" i="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hlinkClick r:id="rId5"/>
              </a:rPr>
              <a:t>https://dxfeed.com/solutions/dxfeed-grenadier/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EE4DF3-C5A4-ECCD-1F4A-FA517339069C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1401013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4000" dirty="0" err="1"/>
              <a:t>dxFeed</a:t>
            </a:r>
            <a:r>
              <a:rPr lang="en-US" sz="4000" dirty="0"/>
              <a:t> Grenadier: L2-based anomaly detection </a:t>
            </a:r>
          </a:p>
        </p:txBody>
      </p:sp>
    </p:spTree>
    <p:extLst>
      <p:ext uri="{BB962C8B-B14F-4D97-AF65-F5344CB8AC3E}">
        <p14:creationId xmlns:p14="http://schemas.microsoft.com/office/powerpoint/2010/main" val="3382806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4F088-5C7E-B06A-86B0-1619E20F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504AC6-5F1B-9FE7-3A5A-0E7A6D069E81}"/>
              </a:ext>
            </a:extLst>
          </p:cNvPr>
          <p:cNvSpPr txBox="1"/>
          <p:nvPr/>
        </p:nvSpPr>
        <p:spPr bwMode="white">
          <a:xfrm>
            <a:off x="425017" y="2232467"/>
            <a:ext cx="8413750" cy="1079500"/>
          </a:xfrm>
          <a:prstGeom prst="rect">
            <a:avLst/>
          </a:prstGeom>
          <a:noFill/>
        </p:spPr>
        <p:txBody>
          <a:bodyPr lIns="182880" tIns="91440" rIns="146304" bIns="91440"/>
          <a:lstStyle>
            <a:lvl1pPr defTabSz="1097278">
              <a:lnSpc>
                <a:spcPct val="90000"/>
              </a:lnSpc>
              <a:spcBef>
                <a:spcPct val="0"/>
              </a:spcBef>
              <a:buNone/>
              <a:defRPr lang="en-US" sz="6600" b="0" cap="none" spc="-118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sz="6600" b="1" spc="-3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Thank you!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E4C56C7-1201-05EB-20A9-9C71CA8D1C6C}"/>
              </a:ext>
            </a:extLst>
          </p:cNvPr>
          <p:cNvSpPr txBox="1">
            <a:spLocks/>
          </p:cNvSpPr>
          <p:nvPr/>
        </p:nvSpPr>
        <p:spPr>
          <a:xfrm>
            <a:off x="514225" y="4894456"/>
            <a:ext cx="4002170" cy="837271"/>
          </a:xfrm>
          <a:prstGeom prst="rect">
            <a:avLst/>
          </a:prstGeom>
        </p:spPr>
        <p:txBody>
          <a:bodyPr tIns="9144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3657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77724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0515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0515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B93C608-0576-93E0-595F-58BF08A79EA5}"/>
              </a:ext>
            </a:extLst>
          </p:cNvPr>
          <p:cNvSpPr txBox="1">
            <a:spLocks/>
          </p:cNvSpPr>
          <p:nvPr/>
        </p:nvSpPr>
        <p:spPr>
          <a:xfrm>
            <a:off x="5103479" y="4552456"/>
            <a:ext cx="3429000" cy="482600"/>
          </a:xfrm>
          <a:prstGeom prst="rect">
            <a:avLst/>
          </a:prstGeom>
        </p:spPr>
        <p:txBody>
          <a:bodyPr anchor="b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3657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77724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0515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0515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Anton Antonov</a:t>
            </a:r>
            <a:endParaRPr lang="en-US" sz="2400" dirty="0"/>
          </a:p>
        </p:txBody>
      </p:sp>
      <p:pic>
        <p:nvPicPr>
          <p:cNvPr id="6" name="Graphic 5" descr="Envelope">
            <a:extLst>
              <a:ext uri="{FF2B5EF4-FFF2-40B4-BE49-F238E27FC236}">
                <a16:creationId xmlns:a16="http://schemas.microsoft.com/office/drawing/2014/main" id="{EA4E3F3A-81BD-EB14-E119-271CDAE57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546" y="4958684"/>
            <a:ext cx="318257" cy="318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3CD8D4-75CD-E02D-5CBA-3E4C8A7A04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24" y="5276941"/>
            <a:ext cx="243980" cy="243980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9DB6501-E983-3572-B0E9-09EDD43A7581}"/>
              </a:ext>
            </a:extLst>
          </p:cNvPr>
          <p:cNvSpPr txBox="1">
            <a:spLocks/>
          </p:cNvSpPr>
          <p:nvPr/>
        </p:nvSpPr>
        <p:spPr>
          <a:xfrm>
            <a:off x="5186495" y="4948553"/>
            <a:ext cx="3036614" cy="1778000"/>
          </a:xfrm>
          <a:prstGeom prst="rect">
            <a:avLst/>
          </a:prstGeom>
        </p:spPr>
        <p:txBody>
          <a:bodyPr vert="horz" lIns="0" tIns="9144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80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36576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77724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None/>
              <a:defRPr sz="200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05156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None/>
              <a:defRPr sz="180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05156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None/>
              <a:defRPr sz="180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  <a:hlinkClick r:id="rId5"/>
              </a:rPr>
              <a:t>antonov@dxfeed.com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00D4878-C697-5A4F-A70E-DF8099E2AF24}"/>
              </a:ext>
            </a:extLst>
          </p:cNvPr>
          <p:cNvSpPr txBox="1">
            <a:spLocks/>
          </p:cNvSpPr>
          <p:nvPr/>
        </p:nvSpPr>
        <p:spPr>
          <a:xfrm>
            <a:off x="1004537" y="4552456"/>
            <a:ext cx="3429000" cy="48260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Arseni Yustus</a:t>
            </a:r>
            <a:endParaRPr lang="en-US" dirty="0"/>
          </a:p>
        </p:txBody>
      </p:sp>
      <p:pic>
        <p:nvPicPr>
          <p:cNvPr id="11" name="Graphic 10" descr="Envelope">
            <a:extLst>
              <a:ext uri="{FF2B5EF4-FFF2-40B4-BE49-F238E27FC236}">
                <a16:creationId xmlns:a16="http://schemas.microsoft.com/office/drawing/2014/main" id="{F8BB6C4E-EFBE-8838-9D5B-486359712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3504" y="4958684"/>
            <a:ext cx="318257" cy="3182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8D3A24-040B-2C80-C465-B28EB8AD3C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108" y="5276941"/>
            <a:ext cx="243980" cy="243980"/>
          </a:xfrm>
          <a:prstGeom prst="rect">
            <a:avLst/>
          </a:prstGeom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37B1C0B-1B2B-8FE6-336E-702FF35AE6E7}"/>
              </a:ext>
            </a:extLst>
          </p:cNvPr>
          <p:cNvSpPr txBox="1">
            <a:spLocks/>
          </p:cNvSpPr>
          <p:nvPr/>
        </p:nvSpPr>
        <p:spPr>
          <a:xfrm>
            <a:off x="1010177" y="4894456"/>
            <a:ext cx="3246305" cy="1778000"/>
          </a:xfrm>
          <a:prstGeom prst="rect">
            <a:avLst/>
          </a:prstGeom>
        </p:spPr>
        <p:txBody>
          <a:bodyPr vert="horz" lIns="0" tIns="9144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80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36576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77724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None/>
              <a:defRPr sz="200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05156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None/>
              <a:defRPr sz="180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05156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None/>
              <a:defRPr sz="1800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Amazon Ember Display" panose="020B0604020202020204" charset="0"/>
                <a:ea typeface="Amazon Ember Display" panose="020B0604020202020204" charset="0"/>
                <a:cs typeface="Amazon Ember Display" panose="020B0604020202020204" charset="0"/>
                <a:hlinkClick r:id="rId6"/>
              </a:rPr>
              <a:t>ayustus@amazon.com</a:t>
            </a:r>
            <a:endParaRPr lang="de-DE" dirty="0">
              <a:latin typeface="Amazon Ember Display" panose="020B0604020202020204" charset="0"/>
              <a:ea typeface="Amazon Ember Display" panose="020B0604020202020204" charset="0"/>
              <a:cs typeface="Amazon Ember Display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3808B-9EA7-BDA7-6B78-8AF1AEF970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495" y="5323785"/>
            <a:ext cx="1153160" cy="11531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75C355-FC98-C5DA-B311-E203797438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36" y="5276941"/>
            <a:ext cx="1153630" cy="11536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977D82-E2D8-939F-221D-13FB169414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555" y="508958"/>
            <a:ext cx="1025106" cy="102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73640"/>
      </p:ext>
    </p:extLst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89381</TotalTime>
  <Words>1607</Words>
  <Application>Microsoft Office PowerPoint</Application>
  <PresentationFormat>Widescreen</PresentationFormat>
  <Paragraphs>288</Paragraphs>
  <Slides>34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Amazon Ember</vt:lpstr>
      <vt:lpstr>Calibri</vt:lpstr>
      <vt:lpstr>Amazon Ember Display</vt:lpstr>
      <vt:lpstr>Arial</vt:lpstr>
      <vt:lpstr>Amazon Ember Mono</vt:lpstr>
      <vt:lpstr>AWS Confidential Dark</vt:lpstr>
      <vt:lpstr>PowerPoint Presentation</vt:lpstr>
      <vt:lpstr>Modern AI-infused applications for financial markets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Evals: What and Why to Measure</vt:lpstr>
      <vt:lpstr>Evals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Anton Antonov</cp:lastModifiedBy>
  <cp:revision>124</cp:revision>
  <dcterms:created xsi:type="dcterms:W3CDTF">2022-07-18T16:28:56Z</dcterms:created>
  <dcterms:modified xsi:type="dcterms:W3CDTF">2025-11-10T11:38:25Z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2025-06-10T16:50:23Z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f2e41863-918f-47a1-96bc-57a4c0e85597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